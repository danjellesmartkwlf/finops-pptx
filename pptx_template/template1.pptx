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1" r:id="rId4"/>
  </p:sldMasterIdLst>
  <p:notesMasterIdLst>
    <p:notesMasterId r:id="rId11"/>
  </p:notesMasterIdLst>
  <p:handoutMasterIdLst>
    <p:handoutMasterId r:id="rId12"/>
  </p:handoutMasterIdLst>
  <p:sldIdLst>
    <p:sldId id="1038" r:id="rId5"/>
    <p:sldId id="1041" r:id="rId6"/>
    <p:sldId id="1039" r:id="rId7"/>
    <p:sldId id="1043" r:id="rId8"/>
    <p:sldId id="1042" r:id="rId9"/>
    <p:sldId id="104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BB"/>
    <a:srgbClr val="182A3A"/>
    <a:srgbClr val="F83300"/>
    <a:srgbClr val="FF9933"/>
    <a:srgbClr val="83D6FF"/>
    <a:srgbClr val="000000"/>
    <a:srgbClr val="EF4900"/>
    <a:srgbClr val="003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22"/>
    <p:restoredTop sz="94626"/>
  </p:normalViewPr>
  <p:slideViewPr>
    <p:cSldViewPr snapToGrid="0">
      <p:cViewPr varScale="1">
        <p:scale>
          <a:sx n="121" d="100"/>
          <a:sy n="121" d="100"/>
        </p:scale>
        <p:origin x="11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D34E26-42A7-7846-8D38-B45C00A85B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FC46D-9025-8E4B-9149-646EF5C792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79094-E536-744B-ACA3-73C1C1034B6A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4D9D2-7EFA-5046-BD71-5800F31A0F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90338-CE72-1E45-B110-B3D6E5FFB2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AAEEE-46A1-2941-B8CF-431A268C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52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7C946F4A-F4A9-9941-842E-2FF0031E5E8C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F865FAF6-053D-734A-A47E-96AB9F7DD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3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5FAF6-053D-734A-A47E-96AB9F7DDB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1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0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5735CF2-1AC5-0374-8CE5-C6D119354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039" y="1478847"/>
            <a:ext cx="7357753" cy="54254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284E6C-7DB3-C7AA-6942-D508AB7132A1}"/>
              </a:ext>
            </a:extLst>
          </p:cNvPr>
          <p:cNvSpPr/>
          <p:nvPr userDrawn="1"/>
        </p:nvSpPr>
        <p:spPr>
          <a:xfrm>
            <a:off x="-2" y="-3"/>
            <a:ext cx="12192002" cy="6858001"/>
          </a:xfrm>
          <a:prstGeom prst="rect">
            <a:avLst/>
          </a:prstGeom>
          <a:gradFill flip="none" rotWithShape="1">
            <a:gsLst>
              <a:gs pos="60000">
                <a:schemeClr val="tx1">
                  <a:alpha val="31178"/>
                </a:schemeClr>
              </a:gs>
              <a:gs pos="0">
                <a:schemeClr val="accent3">
                  <a:alpha val="67000"/>
                </a:schemeClr>
              </a:gs>
              <a:gs pos="16000">
                <a:schemeClr val="accent4"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972287C-6931-2347-8E4C-37586E542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980" y="3396078"/>
            <a:ext cx="7747101" cy="84341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200" b="1" i="0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2F92096-BD6A-C340-A26A-D09C4AE38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8980" y="4950504"/>
            <a:ext cx="7747101" cy="76783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783A4D-F3A2-D356-AD85-77C8D57BB3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5690" y="1571074"/>
            <a:ext cx="2087265" cy="7366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68D33D-95BE-19DC-8590-81B07F7CA1F2}"/>
              </a:ext>
            </a:extLst>
          </p:cNvPr>
          <p:cNvSpPr/>
          <p:nvPr userDrawn="1"/>
        </p:nvSpPr>
        <p:spPr>
          <a:xfrm rot="5400000">
            <a:off x="725690" y="3146382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2">
                    <a:alpha val="0"/>
                  </a:schemeClr>
                </a:gs>
                <a:gs pos="89000">
                  <a:srgbClr val="F83300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34B32-5A7D-A7EE-9D78-BBE4BE9CE514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AB3E2-790D-612F-217D-1D2F1916E3AD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645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04ACBE2-37B5-0118-5379-9BAAB47574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137" r="19260"/>
          <a:stretch/>
        </p:blipFill>
        <p:spPr>
          <a:xfrm>
            <a:off x="4451331" y="0"/>
            <a:ext cx="7740669" cy="6857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6486D3-AE8F-584A-82CA-252329EEC71E}"/>
              </a:ext>
            </a:extLst>
          </p:cNvPr>
          <p:cNvSpPr/>
          <p:nvPr userDrawn="1"/>
        </p:nvSpPr>
        <p:spPr>
          <a:xfrm>
            <a:off x="-2" y="-3"/>
            <a:ext cx="12192002" cy="6858001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0">
                <a:schemeClr val="accent3">
                  <a:alpha val="67000"/>
                </a:schemeClr>
              </a:gs>
              <a:gs pos="16000">
                <a:schemeClr val="accent4"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255DA6-AC90-3C4D-46D1-D8840321C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691" y="2938562"/>
            <a:ext cx="8911821" cy="139202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200" b="1" i="0" baseline="0">
                <a:gradFill>
                  <a:gsLst>
                    <a:gs pos="76000">
                      <a:schemeClr val="accent3"/>
                    </a:gs>
                    <a:gs pos="100000">
                      <a:schemeClr val="accent4"/>
                    </a:gs>
                    <a:gs pos="51000">
                      <a:srgbClr val="83D6FF"/>
                    </a:gs>
                    <a:gs pos="18000">
                      <a:schemeClr val="bg1"/>
                    </a:gs>
                  </a:gsLst>
                  <a:lin ang="3600000" scaled="0"/>
                </a:gra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C3DF3C9-5B4A-3AB8-AF9E-6807EF165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5692" y="4653023"/>
            <a:ext cx="8911821" cy="76783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441AE9-468E-0076-B050-7416C9E3C2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5691" y="1571074"/>
            <a:ext cx="2087265" cy="736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EF4CE4-6A18-EEF1-17E5-42B587347197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E30074-B690-0098-D82E-61FB942EB908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01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black background&#10;&#10;Description automatically generated">
            <a:extLst>
              <a:ext uri="{FF2B5EF4-FFF2-40B4-BE49-F238E27FC236}">
                <a16:creationId xmlns:a16="http://schemas.microsoft.com/office/drawing/2014/main" id="{3BBF3C2A-8091-2C1B-8C57-F1F0041877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441AE9-468E-0076-B050-7416C9E3C2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692" y="1156115"/>
            <a:ext cx="1791006" cy="6321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474F490-1810-BAAC-E865-C563DF1095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691" y="2487141"/>
            <a:ext cx="7848880" cy="2211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6B7377-D3BD-0E58-324E-93CBA3D85BA5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F9A2BB-E927-37CD-9E38-8E7CB11583A0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06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1D1F8D23-48BD-FACD-4E06-70347E288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H="1" flipV="1">
            <a:off x="0" y="1"/>
            <a:ext cx="12191998" cy="6858000"/>
          </a:xfrm>
          <a:prstGeom prst="rect">
            <a:avLst/>
          </a:prstGeom>
        </p:spPr>
      </p:pic>
      <p:grpSp>
        <p:nvGrpSpPr>
          <p:cNvPr id="8" name="Graphic 5">
            <a:extLst>
              <a:ext uri="{FF2B5EF4-FFF2-40B4-BE49-F238E27FC236}">
                <a16:creationId xmlns:a16="http://schemas.microsoft.com/office/drawing/2014/main" id="{5F22CCA5-AE9B-1EED-5BC7-91C166AB09BA}"/>
              </a:ext>
            </a:extLst>
          </p:cNvPr>
          <p:cNvGrpSpPr/>
          <p:nvPr/>
        </p:nvGrpSpPr>
        <p:grpSpPr>
          <a:xfrm>
            <a:off x="4912039" y="1478847"/>
            <a:ext cx="7351342" cy="5429866"/>
            <a:chOff x="4912039" y="1478847"/>
            <a:chExt cx="7351342" cy="5429866"/>
          </a:xfrm>
          <a:solidFill>
            <a:schemeClr val="bg1">
              <a:alpha val="10000"/>
            </a:schemeClr>
          </a:solidFill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569A715E-C13D-26B9-0BE8-25060F7849CB}"/>
                </a:ext>
              </a:extLst>
            </p:cNvPr>
            <p:cNvGrpSpPr/>
            <p:nvPr/>
          </p:nvGrpSpPr>
          <p:grpSpPr>
            <a:xfrm>
              <a:off x="7605422" y="1478847"/>
              <a:ext cx="4641515" cy="1642648"/>
              <a:chOff x="7605422" y="1478847"/>
              <a:chExt cx="4641515" cy="1642648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7CA949D-D332-DD86-D539-5C69B504B4F9}"/>
                  </a:ext>
                </a:extLst>
              </p:cNvPr>
              <p:cNvSpPr/>
              <p:nvPr/>
            </p:nvSpPr>
            <p:spPr>
              <a:xfrm>
                <a:off x="7605422" y="1497209"/>
                <a:ext cx="1231587" cy="1606201"/>
              </a:xfrm>
              <a:custGeom>
                <a:avLst/>
                <a:gdLst>
                  <a:gd name="connsiteX0" fmla="*/ 466270 w 1231587"/>
                  <a:gd name="connsiteY0" fmla="*/ 1233934 h 1606201"/>
                  <a:gd name="connsiteX1" fmla="*/ 1231588 w 1231587"/>
                  <a:gd name="connsiteY1" fmla="*/ 1233934 h 1606201"/>
                  <a:gd name="connsiteX2" fmla="*/ 1231588 w 1231587"/>
                  <a:gd name="connsiteY2" fmla="*/ 1606201 h 1606201"/>
                  <a:gd name="connsiteX3" fmla="*/ 0 w 1231587"/>
                  <a:gd name="connsiteY3" fmla="*/ 1606201 h 1606201"/>
                  <a:gd name="connsiteX4" fmla="*/ 0 w 1231587"/>
                  <a:gd name="connsiteY4" fmla="*/ 0 h 1606201"/>
                  <a:gd name="connsiteX5" fmla="*/ 1220718 w 1231587"/>
                  <a:gd name="connsiteY5" fmla="*/ 0 h 1606201"/>
                  <a:gd name="connsiteX6" fmla="*/ 1220718 w 1231587"/>
                  <a:gd name="connsiteY6" fmla="*/ 372267 h 1606201"/>
                  <a:gd name="connsiteX7" fmla="*/ 466270 w 1231587"/>
                  <a:gd name="connsiteY7" fmla="*/ 372267 h 1606201"/>
                  <a:gd name="connsiteX8" fmla="*/ 466270 w 1231587"/>
                  <a:gd name="connsiteY8" fmla="*/ 601247 h 1606201"/>
                  <a:gd name="connsiteX9" fmla="*/ 1106450 w 1231587"/>
                  <a:gd name="connsiteY9" fmla="*/ 601247 h 1606201"/>
                  <a:gd name="connsiteX10" fmla="*/ 1106450 w 1231587"/>
                  <a:gd name="connsiteY10" fmla="*/ 972401 h 1606201"/>
                  <a:gd name="connsiteX11" fmla="*/ 466270 w 1231587"/>
                  <a:gd name="connsiteY11" fmla="*/ 972401 h 1606201"/>
                  <a:gd name="connsiteX12" fmla="*/ 466270 w 1231587"/>
                  <a:gd name="connsiteY12" fmla="*/ 1233934 h 160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31587" h="1606201">
                    <a:moveTo>
                      <a:pt x="466270" y="1233934"/>
                    </a:moveTo>
                    <a:lnTo>
                      <a:pt x="1231588" y="1233934"/>
                    </a:lnTo>
                    <a:lnTo>
                      <a:pt x="1231588" y="1606201"/>
                    </a:lnTo>
                    <a:lnTo>
                      <a:pt x="0" y="1606201"/>
                    </a:lnTo>
                    <a:lnTo>
                      <a:pt x="0" y="0"/>
                    </a:lnTo>
                    <a:lnTo>
                      <a:pt x="1220718" y="0"/>
                    </a:lnTo>
                    <a:lnTo>
                      <a:pt x="1220718" y="372267"/>
                    </a:lnTo>
                    <a:lnTo>
                      <a:pt x="466270" y="372267"/>
                    </a:lnTo>
                    <a:lnTo>
                      <a:pt x="466270" y="601247"/>
                    </a:lnTo>
                    <a:lnTo>
                      <a:pt x="1106450" y="601247"/>
                    </a:lnTo>
                    <a:lnTo>
                      <a:pt x="1106450" y="972401"/>
                    </a:lnTo>
                    <a:lnTo>
                      <a:pt x="466270" y="972401"/>
                    </a:lnTo>
                    <a:lnTo>
                      <a:pt x="466270" y="1233934"/>
                    </a:ln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C032DE8-72C2-FD4B-7068-E318FD72FF6B}"/>
                  </a:ext>
                </a:extLst>
              </p:cNvPr>
              <p:cNvSpPr/>
              <p:nvPr/>
            </p:nvSpPr>
            <p:spPr>
              <a:xfrm>
                <a:off x="9033216" y="1497209"/>
                <a:ext cx="1494683" cy="1605922"/>
              </a:xfrm>
              <a:custGeom>
                <a:avLst/>
                <a:gdLst>
                  <a:gd name="connsiteX0" fmla="*/ 1051267 w 1494683"/>
                  <a:gd name="connsiteY0" fmla="*/ 0 h 1605922"/>
                  <a:gd name="connsiteX1" fmla="*/ 1494683 w 1494683"/>
                  <a:gd name="connsiteY1" fmla="*/ 0 h 1605922"/>
                  <a:gd name="connsiteX2" fmla="*/ 1494683 w 1494683"/>
                  <a:gd name="connsiteY2" fmla="*/ 1605923 h 1605922"/>
                  <a:gd name="connsiteX3" fmla="*/ 1022840 w 1494683"/>
                  <a:gd name="connsiteY3" fmla="*/ 1605923 h 1605922"/>
                  <a:gd name="connsiteX4" fmla="*/ 443416 w 1494683"/>
                  <a:gd name="connsiteY4" fmla="*/ 707530 h 1605922"/>
                  <a:gd name="connsiteX5" fmla="*/ 443416 w 1494683"/>
                  <a:gd name="connsiteY5" fmla="*/ 1605923 h 1605922"/>
                  <a:gd name="connsiteX6" fmla="*/ 0 w 1494683"/>
                  <a:gd name="connsiteY6" fmla="*/ 1605923 h 1605922"/>
                  <a:gd name="connsiteX7" fmla="*/ 0 w 1494683"/>
                  <a:gd name="connsiteY7" fmla="*/ 0 h 1605922"/>
                  <a:gd name="connsiteX8" fmla="*/ 471844 w 1494683"/>
                  <a:gd name="connsiteY8" fmla="*/ 0 h 1605922"/>
                  <a:gd name="connsiteX9" fmla="*/ 1051267 w 1494683"/>
                  <a:gd name="connsiteY9" fmla="*/ 898393 h 1605922"/>
                  <a:gd name="connsiteX10" fmla="*/ 1051267 w 1494683"/>
                  <a:gd name="connsiteY10" fmla="*/ 0 h 1605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4683" h="1605922">
                    <a:moveTo>
                      <a:pt x="1051267" y="0"/>
                    </a:moveTo>
                    <a:lnTo>
                      <a:pt x="1494683" y="0"/>
                    </a:lnTo>
                    <a:lnTo>
                      <a:pt x="1494683" y="1605923"/>
                    </a:lnTo>
                    <a:lnTo>
                      <a:pt x="1022840" y="1605923"/>
                    </a:lnTo>
                    <a:lnTo>
                      <a:pt x="443416" y="707530"/>
                    </a:lnTo>
                    <a:lnTo>
                      <a:pt x="443416" y="1605923"/>
                    </a:lnTo>
                    <a:lnTo>
                      <a:pt x="0" y="1605923"/>
                    </a:lnTo>
                    <a:lnTo>
                      <a:pt x="0" y="0"/>
                    </a:lnTo>
                    <a:lnTo>
                      <a:pt x="471844" y="0"/>
                    </a:lnTo>
                    <a:lnTo>
                      <a:pt x="1051267" y="898393"/>
                    </a:lnTo>
                    <a:lnTo>
                      <a:pt x="1051267" y="0"/>
                    </a:ln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7F8C199-3E06-56FA-40D7-163EC01C9CCB}"/>
                  </a:ext>
                </a:extLst>
              </p:cNvPr>
              <p:cNvSpPr/>
              <p:nvPr/>
            </p:nvSpPr>
            <p:spPr>
              <a:xfrm>
                <a:off x="10737205" y="1478847"/>
                <a:ext cx="1509732" cy="1642648"/>
              </a:xfrm>
              <a:custGeom>
                <a:avLst/>
                <a:gdLst>
                  <a:gd name="connsiteX0" fmla="*/ 238570 w 1509732"/>
                  <a:gd name="connsiteY0" fmla="*/ 1635693 h 1642648"/>
                  <a:gd name="connsiteX1" fmla="*/ 0 w 1509732"/>
                  <a:gd name="connsiteY1" fmla="*/ 1615661 h 1642648"/>
                  <a:gd name="connsiteX2" fmla="*/ 0 w 1509732"/>
                  <a:gd name="connsiteY2" fmla="*/ 60653 h 1642648"/>
                  <a:gd name="connsiteX3" fmla="*/ 274522 w 1509732"/>
                  <a:gd name="connsiteY3" fmla="*/ 16137 h 1642648"/>
                  <a:gd name="connsiteX4" fmla="*/ 569669 w 1509732"/>
                  <a:gd name="connsiteY4" fmla="*/ 0 h 1642648"/>
                  <a:gd name="connsiteX5" fmla="*/ 1275065 w 1509732"/>
                  <a:gd name="connsiteY5" fmla="*/ 200601 h 1642648"/>
                  <a:gd name="connsiteX6" fmla="*/ 1509733 w 1509732"/>
                  <a:gd name="connsiteY6" fmla="*/ 821324 h 1642648"/>
                  <a:gd name="connsiteX7" fmla="*/ 1397138 w 1509732"/>
                  <a:gd name="connsiteY7" fmla="*/ 1291249 h 1642648"/>
                  <a:gd name="connsiteX8" fmla="*/ 1058513 w 1509732"/>
                  <a:gd name="connsiteY8" fmla="*/ 1557511 h 1642648"/>
                  <a:gd name="connsiteX9" fmla="*/ 481320 w 1509732"/>
                  <a:gd name="connsiteY9" fmla="*/ 1642649 h 1642648"/>
                  <a:gd name="connsiteX10" fmla="*/ 238291 w 1509732"/>
                  <a:gd name="connsiteY10" fmla="*/ 1635693 h 1642648"/>
                  <a:gd name="connsiteX11" fmla="*/ 845027 w 1509732"/>
                  <a:gd name="connsiteY11" fmla="*/ 1220858 h 1642648"/>
                  <a:gd name="connsiteX12" fmla="*/ 981034 w 1509732"/>
                  <a:gd name="connsiteY12" fmla="*/ 1080353 h 1642648"/>
                  <a:gd name="connsiteX13" fmla="*/ 1026184 w 1509732"/>
                  <a:gd name="connsiteY13" fmla="*/ 819377 h 1642648"/>
                  <a:gd name="connsiteX14" fmla="*/ 978804 w 1509732"/>
                  <a:gd name="connsiteY14" fmla="*/ 560626 h 1642648"/>
                  <a:gd name="connsiteX15" fmla="*/ 839732 w 1509732"/>
                  <a:gd name="connsiteY15" fmla="*/ 420122 h 1642648"/>
                  <a:gd name="connsiteX16" fmla="*/ 607572 w 1509732"/>
                  <a:gd name="connsiteY16" fmla="*/ 376719 h 1642648"/>
                  <a:gd name="connsiteX17" fmla="*/ 539012 w 1509732"/>
                  <a:gd name="connsiteY17" fmla="*/ 380614 h 1642648"/>
                  <a:gd name="connsiteX18" fmla="*/ 472680 w 1509732"/>
                  <a:gd name="connsiteY18" fmla="*/ 389795 h 1642648"/>
                  <a:gd name="connsiteX19" fmla="*/ 472680 w 1509732"/>
                  <a:gd name="connsiteY19" fmla="*/ 1261200 h 1642648"/>
                  <a:gd name="connsiteX20" fmla="*/ 610638 w 1509732"/>
                  <a:gd name="connsiteY20" fmla="*/ 1264539 h 1642648"/>
                  <a:gd name="connsiteX21" fmla="*/ 844748 w 1509732"/>
                  <a:gd name="connsiteY21" fmla="*/ 1221136 h 1642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09732" h="1642648">
                    <a:moveTo>
                      <a:pt x="238570" y="1635693"/>
                    </a:moveTo>
                    <a:cubicBezTo>
                      <a:pt x="151893" y="1630963"/>
                      <a:pt x="72463" y="1624286"/>
                      <a:pt x="0" y="1615661"/>
                    </a:cubicBezTo>
                    <a:lnTo>
                      <a:pt x="0" y="60653"/>
                    </a:lnTo>
                    <a:cubicBezTo>
                      <a:pt x="81939" y="41734"/>
                      <a:pt x="173353" y="26988"/>
                      <a:pt x="274522" y="16137"/>
                    </a:cubicBezTo>
                    <a:cubicBezTo>
                      <a:pt x="375692" y="5286"/>
                      <a:pt x="474074" y="0"/>
                      <a:pt x="569669" y="0"/>
                    </a:cubicBezTo>
                    <a:cubicBezTo>
                      <a:pt x="883488" y="0"/>
                      <a:pt x="1118713" y="66774"/>
                      <a:pt x="1275065" y="200601"/>
                    </a:cubicBezTo>
                    <a:cubicBezTo>
                      <a:pt x="1431696" y="334428"/>
                      <a:pt x="1509733" y="541429"/>
                      <a:pt x="1509733" y="821324"/>
                    </a:cubicBezTo>
                    <a:cubicBezTo>
                      <a:pt x="1509733" y="1013857"/>
                      <a:pt x="1472108" y="1170220"/>
                      <a:pt x="1397138" y="1291249"/>
                    </a:cubicBezTo>
                    <a:cubicBezTo>
                      <a:pt x="1322166" y="1411999"/>
                      <a:pt x="1209291" y="1500753"/>
                      <a:pt x="1058513" y="1557511"/>
                    </a:cubicBezTo>
                    <a:cubicBezTo>
                      <a:pt x="907735" y="1614270"/>
                      <a:pt x="715430" y="1642649"/>
                      <a:pt x="481320" y="1642649"/>
                    </a:cubicBezTo>
                    <a:cubicBezTo>
                      <a:pt x="406070" y="1642649"/>
                      <a:pt x="324968" y="1640423"/>
                      <a:pt x="238291" y="1635693"/>
                    </a:cubicBezTo>
                    <a:close/>
                    <a:moveTo>
                      <a:pt x="845027" y="1220858"/>
                    </a:moveTo>
                    <a:cubicBezTo>
                      <a:pt x="905505" y="1191922"/>
                      <a:pt x="950934" y="1145180"/>
                      <a:pt x="981034" y="1080353"/>
                    </a:cubicBezTo>
                    <a:cubicBezTo>
                      <a:pt x="1011134" y="1015526"/>
                      <a:pt x="1026184" y="928720"/>
                      <a:pt x="1026184" y="819377"/>
                    </a:cubicBezTo>
                    <a:cubicBezTo>
                      <a:pt x="1026184" y="710034"/>
                      <a:pt x="1010298" y="625453"/>
                      <a:pt x="978804" y="560626"/>
                    </a:cubicBezTo>
                    <a:cubicBezTo>
                      <a:pt x="947311" y="495799"/>
                      <a:pt x="901046" y="449057"/>
                      <a:pt x="839732" y="420122"/>
                    </a:cubicBezTo>
                    <a:cubicBezTo>
                      <a:pt x="778417" y="391186"/>
                      <a:pt x="701216" y="376719"/>
                      <a:pt x="607572" y="376719"/>
                    </a:cubicBezTo>
                    <a:cubicBezTo>
                      <a:pt x="588063" y="376719"/>
                      <a:pt x="565209" y="378110"/>
                      <a:pt x="539012" y="380614"/>
                    </a:cubicBezTo>
                    <a:cubicBezTo>
                      <a:pt x="512813" y="383118"/>
                      <a:pt x="490796" y="386178"/>
                      <a:pt x="472680" y="389795"/>
                    </a:cubicBezTo>
                    <a:lnTo>
                      <a:pt x="472680" y="1261200"/>
                    </a:lnTo>
                    <a:cubicBezTo>
                      <a:pt x="506124" y="1263426"/>
                      <a:pt x="552111" y="1264539"/>
                      <a:pt x="610638" y="1264539"/>
                    </a:cubicBezTo>
                    <a:cubicBezTo>
                      <a:pt x="706233" y="1264539"/>
                      <a:pt x="784270" y="1250071"/>
                      <a:pt x="844748" y="1221136"/>
                    </a:cubicBez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7A5CD1CA-614C-4560-64A1-C4AF7B4BB9E1}"/>
                </a:ext>
              </a:extLst>
            </p:cNvPr>
            <p:cNvGrpSpPr/>
            <p:nvPr/>
          </p:nvGrpSpPr>
          <p:grpSpPr>
            <a:xfrm>
              <a:off x="4912039" y="3367447"/>
              <a:ext cx="7323751" cy="1650160"/>
              <a:chOff x="4912039" y="3367447"/>
              <a:chExt cx="7323751" cy="1650160"/>
            </a:xfrm>
            <a:grpFill/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1BE62C3-1198-A598-9D8A-C33A2A01C7EA}"/>
                  </a:ext>
                </a:extLst>
              </p:cNvPr>
              <p:cNvSpPr/>
              <p:nvPr/>
            </p:nvSpPr>
            <p:spPr>
              <a:xfrm>
                <a:off x="4912039" y="3367726"/>
                <a:ext cx="1275901" cy="1649882"/>
              </a:xfrm>
              <a:custGeom>
                <a:avLst/>
                <a:gdLst>
                  <a:gd name="connsiteX0" fmla="*/ 0 w 1275901"/>
                  <a:gd name="connsiteY0" fmla="*/ 828837 h 1649882"/>
                  <a:gd name="connsiteX1" fmla="*/ 107579 w 1275901"/>
                  <a:gd name="connsiteY1" fmla="*/ 377553 h 1649882"/>
                  <a:gd name="connsiteX2" fmla="*/ 423350 w 1275901"/>
                  <a:gd name="connsiteY2" fmla="*/ 95988 h 1649882"/>
                  <a:gd name="connsiteX3" fmla="*/ 931425 w 1275901"/>
                  <a:gd name="connsiteY3" fmla="*/ 0 h 1649882"/>
                  <a:gd name="connsiteX4" fmla="*/ 1275901 w 1275901"/>
                  <a:gd name="connsiteY4" fmla="*/ 33665 h 1649882"/>
                  <a:gd name="connsiteX5" fmla="*/ 1275901 w 1275901"/>
                  <a:gd name="connsiteY5" fmla="*/ 416783 h 1649882"/>
                  <a:gd name="connsiteX6" fmla="*/ 972673 w 1275901"/>
                  <a:gd name="connsiteY6" fmla="*/ 386456 h 1649882"/>
                  <a:gd name="connsiteX7" fmla="*/ 700380 w 1275901"/>
                  <a:gd name="connsiteY7" fmla="*/ 432642 h 1649882"/>
                  <a:gd name="connsiteX8" fmla="*/ 544864 w 1275901"/>
                  <a:gd name="connsiteY8" fmla="*/ 575372 h 1649882"/>
                  <a:gd name="connsiteX9" fmla="*/ 494419 w 1275901"/>
                  <a:gd name="connsiteY9" fmla="*/ 824941 h 1649882"/>
                  <a:gd name="connsiteX10" fmla="*/ 543192 w 1275901"/>
                  <a:gd name="connsiteY10" fmla="*/ 1077293 h 1649882"/>
                  <a:gd name="connsiteX11" fmla="*/ 694806 w 1275901"/>
                  <a:gd name="connsiteY11" fmla="*/ 1218354 h 1649882"/>
                  <a:gd name="connsiteX12" fmla="*/ 961803 w 1275901"/>
                  <a:gd name="connsiteY12" fmla="*/ 1263426 h 1649882"/>
                  <a:gd name="connsiteX13" fmla="*/ 1275901 w 1275901"/>
                  <a:gd name="connsiteY13" fmla="*/ 1218910 h 1649882"/>
                  <a:gd name="connsiteX14" fmla="*/ 1275901 w 1275901"/>
                  <a:gd name="connsiteY14" fmla="*/ 1602028 h 1649882"/>
                  <a:gd name="connsiteX15" fmla="*/ 1103663 w 1275901"/>
                  <a:gd name="connsiteY15" fmla="*/ 1636806 h 1649882"/>
                  <a:gd name="connsiteX16" fmla="*/ 914145 w 1275901"/>
                  <a:gd name="connsiteY16" fmla="*/ 1649883 h 1649882"/>
                  <a:gd name="connsiteX17" fmla="*/ 0 w 1275901"/>
                  <a:gd name="connsiteY17" fmla="*/ 828837 h 164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5901" h="1649882">
                    <a:moveTo>
                      <a:pt x="0" y="828837"/>
                    </a:moveTo>
                    <a:cubicBezTo>
                      <a:pt x="0" y="651606"/>
                      <a:pt x="35953" y="501086"/>
                      <a:pt x="107579" y="377553"/>
                    </a:cubicBezTo>
                    <a:cubicBezTo>
                      <a:pt x="179206" y="253743"/>
                      <a:pt x="284556" y="159980"/>
                      <a:pt x="423350" y="95988"/>
                    </a:cubicBezTo>
                    <a:cubicBezTo>
                      <a:pt x="562144" y="31996"/>
                      <a:pt x="731595" y="0"/>
                      <a:pt x="931425" y="0"/>
                    </a:cubicBezTo>
                    <a:cubicBezTo>
                      <a:pt x="1055447" y="0"/>
                      <a:pt x="1170273" y="11129"/>
                      <a:pt x="1275901" y="33665"/>
                    </a:cubicBezTo>
                    <a:lnTo>
                      <a:pt x="1275901" y="416783"/>
                    </a:lnTo>
                    <a:cubicBezTo>
                      <a:pt x="1172224" y="396473"/>
                      <a:pt x="1071333" y="386456"/>
                      <a:pt x="972673" y="386456"/>
                    </a:cubicBezTo>
                    <a:cubicBezTo>
                      <a:pt x="861192" y="386456"/>
                      <a:pt x="770334" y="401759"/>
                      <a:pt x="700380" y="432642"/>
                    </a:cubicBezTo>
                    <a:cubicBezTo>
                      <a:pt x="630426" y="463525"/>
                      <a:pt x="578587" y="510824"/>
                      <a:pt x="544864" y="575372"/>
                    </a:cubicBezTo>
                    <a:cubicBezTo>
                      <a:pt x="511141" y="639642"/>
                      <a:pt x="494419" y="722832"/>
                      <a:pt x="494419" y="824941"/>
                    </a:cubicBezTo>
                    <a:cubicBezTo>
                      <a:pt x="494419" y="927050"/>
                      <a:pt x="510583" y="1013301"/>
                      <a:pt x="543192" y="1077293"/>
                    </a:cubicBezTo>
                    <a:cubicBezTo>
                      <a:pt x="575800" y="1141285"/>
                      <a:pt x="626245" y="1188305"/>
                      <a:pt x="694806" y="1218354"/>
                    </a:cubicBezTo>
                    <a:cubicBezTo>
                      <a:pt x="763367" y="1248402"/>
                      <a:pt x="852273" y="1263426"/>
                      <a:pt x="961803" y="1263426"/>
                    </a:cubicBezTo>
                    <a:cubicBezTo>
                      <a:pt x="1054611" y="1263426"/>
                      <a:pt x="1159125" y="1248680"/>
                      <a:pt x="1275901" y="1218910"/>
                    </a:cubicBezTo>
                    <a:lnTo>
                      <a:pt x="1275901" y="1602028"/>
                    </a:lnTo>
                    <a:cubicBezTo>
                      <a:pt x="1225177" y="1616495"/>
                      <a:pt x="1167765" y="1628181"/>
                      <a:pt x="1103663" y="1636806"/>
                    </a:cubicBezTo>
                    <a:cubicBezTo>
                      <a:pt x="1039561" y="1645431"/>
                      <a:pt x="976296" y="1649883"/>
                      <a:pt x="914145" y="1649883"/>
                    </a:cubicBezTo>
                    <a:cubicBezTo>
                      <a:pt x="304622" y="1649048"/>
                      <a:pt x="0" y="1375552"/>
                      <a:pt x="0" y="828837"/>
                    </a:cubicBez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D305ED3-F04B-ADDE-B79F-EF418AA1E9CF}"/>
                  </a:ext>
                </a:extLst>
              </p:cNvPr>
              <p:cNvSpPr/>
              <p:nvPr/>
            </p:nvSpPr>
            <p:spPr>
              <a:xfrm>
                <a:off x="6229466" y="3389149"/>
                <a:ext cx="1607836" cy="1605922"/>
              </a:xfrm>
              <a:custGeom>
                <a:avLst/>
                <a:gdLst>
                  <a:gd name="connsiteX0" fmla="*/ 1607836 w 1607836"/>
                  <a:gd name="connsiteY0" fmla="*/ 0 h 1605922"/>
                  <a:gd name="connsiteX1" fmla="*/ 1050152 w 1607836"/>
                  <a:gd name="connsiteY1" fmla="*/ 945135 h 1605922"/>
                  <a:gd name="connsiteX2" fmla="*/ 1050152 w 1607836"/>
                  <a:gd name="connsiteY2" fmla="*/ 1605923 h 1605922"/>
                  <a:gd name="connsiteX3" fmla="*/ 577194 w 1607836"/>
                  <a:gd name="connsiteY3" fmla="*/ 1605923 h 1605922"/>
                  <a:gd name="connsiteX4" fmla="*/ 577194 w 1607836"/>
                  <a:gd name="connsiteY4" fmla="*/ 949308 h 1605922"/>
                  <a:gd name="connsiteX5" fmla="*/ 0 w 1607836"/>
                  <a:gd name="connsiteY5" fmla="*/ 0 h 1605922"/>
                  <a:gd name="connsiteX6" fmla="*/ 496648 w 1607836"/>
                  <a:gd name="connsiteY6" fmla="*/ 0 h 1605922"/>
                  <a:gd name="connsiteX7" fmla="*/ 823845 w 1607836"/>
                  <a:gd name="connsiteY7" fmla="*/ 552279 h 1605922"/>
                  <a:gd name="connsiteX8" fmla="*/ 1147698 w 1607836"/>
                  <a:gd name="connsiteY8" fmla="*/ 0 h 1605922"/>
                  <a:gd name="connsiteX9" fmla="*/ 1607558 w 1607836"/>
                  <a:gd name="connsiteY9" fmla="*/ 0 h 1605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07836" h="1605922">
                    <a:moveTo>
                      <a:pt x="1607836" y="0"/>
                    </a:moveTo>
                    <a:lnTo>
                      <a:pt x="1050152" y="945135"/>
                    </a:lnTo>
                    <a:lnTo>
                      <a:pt x="1050152" y="1605923"/>
                    </a:lnTo>
                    <a:lnTo>
                      <a:pt x="577194" y="1605923"/>
                    </a:lnTo>
                    <a:lnTo>
                      <a:pt x="577194" y="949308"/>
                    </a:lnTo>
                    <a:lnTo>
                      <a:pt x="0" y="0"/>
                    </a:lnTo>
                    <a:lnTo>
                      <a:pt x="496648" y="0"/>
                    </a:lnTo>
                    <a:lnTo>
                      <a:pt x="823845" y="552279"/>
                    </a:lnTo>
                    <a:lnTo>
                      <a:pt x="1147698" y="0"/>
                    </a:lnTo>
                    <a:lnTo>
                      <a:pt x="1607558" y="0"/>
                    </a:ln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35117F38-F2B5-B96B-BDA0-18032F7A8714}"/>
                  </a:ext>
                </a:extLst>
              </p:cNvPr>
              <p:cNvSpPr/>
              <p:nvPr/>
            </p:nvSpPr>
            <p:spPr>
              <a:xfrm>
                <a:off x="7898060" y="3367447"/>
                <a:ext cx="1341396" cy="1649326"/>
              </a:xfrm>
              <a:custGeom>
                <a:avLst/>
                <a:gdLst>
                  <a:gd name="connsiteX0" fmla="*/ 1264196 w 1341396"/>
                  <a:gd name="connsiteY0" fmla="*/ 921208 h 1649326"/>
                  <a:gd name="connsiteX1" fmla="*/ 1341397 w 1341396"/>
                  <a:gd name="connsiteY1" fmla="*/ 1167438 h 1649326"/>
                  <a:gd name="connsiteX2" fmla="*/ 1257786 w 1341396"/>
                  <a:gd name="connsiteY2" fmla="*/ 1431197 h 1649326"/>
                  <a:gd name="connsiteX3" fmla="*/ 986051 w 1341396"/>
                  <a:gd name="connsiteY3" fmla="*/ 1593403 h 1649326"/>
                  <a:gd name="connsiteX4" fmla="*/ 491353 w 1341396"/>
                  <a:gd name="connsiteY4" fmla="*/ 1649326 h 1649326"/>
                  <a:gd name="connsiteX5" fmla="*/ 246652 w 1341396"/>
                  <a:gd name="connsiteY5" fmla="*/ 1639032 h 1649326"/>
                  <a:gd name="connsiteX6" fmla="*/ 0 w 1341396"/>
                  <a:gd name="connsiteY6" fmla="*/ 1613435 h 1649326"/>
                  <a:gd name="connsiteX7" fmla="*/ 0 w 1341396"/>
                  <a:gd name="connsiteY7" fmla="*/ 63992 h 1649326"/>
                  <a:gd name="connsiteX8" fmla="*/ 277588 w 1341396"/>
                  <a:gd name="connsiteY8" fmla="*/ 17806 h 1649326"/>
                  <a:gd name="connsiteX9" fmla="*/ 565209 w 1341396"/>
                  <a:gd name="connsiteY9" fmla="*/ 0 h 1649326"/>
                  <a:gd name="connsiteX10" fmla="*/ 1121221 w 1341396"/>
                  <a:gd name="connsiteY10" fmla="*/ 113516 h 1649326"/>
                  <a:gd name="connsiteX11" fmla="*/ 1297919 w 1341396"/>
                  <a:gd name="connsiteY11" fmla="*/ 460187 h 1649326"/>
                  <a:gd name="connsiteX12" fmla="*/ 1232145 w 1341396"/>
                  <a:gd name="connsiteY12" fmla="*/ 673308 h 1649326"/>
                  <a:gd name="connsiteX13" fmla="*/ 1058792 w 1341396"/>
                  <a:gd name="connsiteY13" fmla="*/ 799623 h 1649326"/>
                  <a:gd name="connsiteX14" fmla="*/ 1264196 w 1341396"/>
                  <a:gd name="connsiteY14" fmla="*/ 921208 h 1649326"/>
                  <a:gd name="connsiteX15" fmla="*/ 460974 w 1341396"/>
                  <a:gd name="connsiteY15" fmla="*/ 353904 h 1649326"/>
                  <a:gd name="connsiteX16" fmla="*/ 460974 w 1341396"/>
                  <a:gd name="connsiteY16" fmla="*/ 636026 h 1649326"/>
                  <a:gd name="connsiteX17" fmla="*/ 633770 w 1341396"/>
                  <a:gd name="connsiteY17" fmla="*/ 636026 h 1649326"/>
                  <a:gd name="connsiteX18" fmla="*/ 806566 w 1341396"/>
                  <a:gd name="connsiteY18" fmla="*/ 600134 h 1649326"/>
                  <a:gd name="connsiteX19" fmla="*/ 856454 w 1341396"/>
                  <a:gd name="connsiteY19" fmla="*/ 486340 h 1649326"/>
                  <a:gd name="connsiteX20" fmla="*/ 805451 w 1341396"/>
                  <a:gd name="connsiteY20" fmla="*/ 372823 h 1649326"/>
                  <a:gd name="connsiteX21" fmla="*/ 630426 w 1341396"/>
                  <a:gd name="connsiteY21" fmla="*/ 337489 h 1649326"/>
                  <a:gd name="connsiteX22" fmla="*/ 460974 w 1341396"/>
                  <a:gd name="connsiteY22" fmla="*/ 353626 h 1649326"/>
                  <a:gd name="connsiteX23" fmla="*/ 794024 w 1341396"/>
                  <a:gd name="connsiteY23" fmla="*/ 1294588 h 1649326"/>
                  <a:gd name="connsiteX24" fmla="*/ 881537 w 1341396"/>
                  <a:gd name="connsiteY24" fmla="*/ 1241446 h 1649326"/>
                  <a:gd name="connsiteX25" fmla="*/ 907735 w 1341396"/>
                  <a:gd name="connsiteY25" fmla="*/ 1147128 h 1649326"/>
                  <a:gd name="connsiteX26" fmla="*/ 853388 w 1341396"/>
                  <a:gd name="connsiteY26" fmla="*/ 1020813 h 1649326"/>
                  <a:gd name="connsiteX27" fmla="*/ 669723 w 1341396"/>
                  <a:gd name="connsiteY27" fmla="*/ 982418 h 1649326"/>
                  <a:gd name="connsiteX28" fmla="*/ 460974 w 1341396"/>
                  <a:gd name="connsiteY28" fmla="*/ 982418 h 1649326"/>
                  <a:gd name="connsiteX29" fmla="*/ 460974 w 1341396"/>
                  <a:gd name="connsiteY29" fmla="*/ 1305717 h 1649326"/>
                  <a:gd name="connsiteX30" fmla="*/ 624016 w 1341396"/>
                  <a:gd name="connsiteY30" fmla="*/ 1312116 h 1649326"/>
                  <a:gd name="connsiteX31" fmla="*/ 794024 w 1341396"/>
                  <a:gd name="connsiteY31" fmla="*/ 1294866 h 1649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341396" h="1649326">
                    <a:moveTo>
                      <a:pt x="1264196" y="921208"/>
                    </a:moveTo>
                    <a:cubicBezTo>
                      <a:pt x="1315756" y="982696"/>
                      <a:pt x="1341397" y="1064773"/>
                      <a:pt x="1341397" y="1167438"/>
                    </a:cubicBezTo>
                    <a:cubicBezTo>
                      <a:pt x="1341397" y="1270104"/>
                      <a:pt x="1313526" y="1360249"/>
                      <a:pt x="1257786" y="1431197"/>
                    </a:cubicBezTo>
                    <a:cubicBezTo>
                      <a:pt x="1202045" y="1502145"/>
                      <a:pt x="1111467" y="1556120"/>
                      <a:pt x="986051" y="1593403"/>
                    </a:cubicBezTo>
                    <a:cubicBezTo>
                      <a:pt x="860634" y="1630685"/>
                      <a:pt x="695921" y="1649326"/>
                      <a:pt x="491353" y="1649326"/>
                    </a:cubicBezTo>
                    <a:cubicBezTo>
                      <a:pt x="422514" y="1649326"/>
                      <a:pt x="340854" y="1645988"/>
                      <a:pt x="246652" y="1639032"/>
                    </a:cubicBezTo>
                    <a:cubicBezTo>
                      <a:pt x="152450" y="1632076"/>
                      <a:pt x="70233" y="1623729"/>
                      <a:pt x="0" y="1613435"/>
                    </a:cubicBezTo>
                    <a:lnTo>
                      <a:pt x="0" y="63992"/>
                    </a:lnTo>
                    <a:cubicBezTo>
                      <a:pt x="81939" y="45073"/>
                      <a:pt x="174468" y="29770"/>
                      <a:pt x="277588" y="17806"/>
                    </a:cubicBezTo>
                    <a:cubicBezTo>
                      <a:pt x="380987" y="5843"/>
                      <a:pt x="476582" y="0"/>
                      <a:pt x="565209" y="0"/>
                    </a:cubicBezTo>
                    <a:cubicBezTo>
                      <a:pt x="817993" y="0"/>
                      <a:pt x="1003330" y="37839"/>
                      <a:pt x="1121221" y="113516"/>
                    </a:cubicBezTo>
                    <a:cubicBezTo>
                      <a:pt x="1238834" y="189194"/>
                      <a:pt x="1297919" y="304658"/>
                      <a:pt x="1297919" y="460187"/>
                    </a:cubicBezTo>
                    <a:cubicBezTo>
                      <a:pt x="1297919" y="541151"/>
                      <a:pt x="1275901" y="612376"/>
                      <a:pt x="1232145" y="673308"/>
                    </a:cubicBezTo>
                    <a:cubicBezTo>
                      <a:pt x="1188389" y="734518"/>
                      <a:pt x="1130418" y="776530"/>
                      <a:pt x="1058792" y="799623"/>
                    </a:cubicBezTo>
                    <a:cubicBezTo>
                      <a:pt x="1144354" y="819099"/>
                      <a:pt x="1212915" y="859720"/>
                      <a:pt x="1264196" y="921208"/>
                    </a:cubicBezTo>
                    <a:close/>
                    <a:moveTo>
                      <a:pt x="460974" y="353904"/>
                    </a:moveTo>
                    <a:lnTo>
                      <a:pt x="460974" y="636026"/>
                    </a:lnTo>
                    <a:lnTo>
                      <a:pt x="633770" y="636026"/>
                    </a:lnTo>
                    <a:cubicBezTo>
                      <a:pt x="715709" y="636026"/>
                      <a:pt x="773122" y="624062"/>
                      <a:pt x="806566" y="600134"/>
                    </a:cubicBezTo>
                    <a:cubicBezTo>
                      <a:pt x="840010" y="576207"/>
                      <a:pt x="856454" y="538368"/>
                      <a:pt x="856454" y="486340"/>
                    </a:cubicBezTo>
                    <a:cubicBezTo>
                      <a:pt x="856454" y="434311"/>
                      <a:pt x="839453" y="396473"/>
                      <a:pt x="805451" y="372823"/>
                    </a:cubicBezTo>
                    <a:cubicBezTo>
                      <a:pt x="771450" y="349453"/>
                      <a:pt x="713200" y="337489"/>
                      <a:pt x="630426" y="337489"/>
                    </a:cubicBezTo>
                    <a:cubicBezTo>
                      <a:pt x="577472" y="337489"/>
                      <a:pt x="520896" y="343053"/>
                      <a:pt x="460974" y="353626"/>
                    </a:cubicBezTo>
                    <a:close/>
                    <a:moveTo>
                      <a:pt x="794024" y="1294588"/>
                    </a:moveTo>
                    <a:cubicBezTo>
                      <a:pt x="834994" y="1282902"/>
                      <a:pt x="864257" y="1265374"/>
                      <a:pt x="881537" y="1241446"/>
                    </a:cubicBezTo>
                    <a:cubicBezTo>
                      <a:pt x="898816" y="1217519"/>
                      <a:pt x="907735" y="1186079"/>
                      <a:pt x="907735" y="1147128"/>
                    </a:cubicBezTo>
                    <a:cubicBezTo>
                      <a:pt x="907735" y="1088422"/>
                      <a:pt x="889619" y="1046410"/>
                      <a:pt x="853388" y="1020813"/>
                    </a:cubicBezTo>
                    <a:cubicBezTo>
                      <a:pt x="817157" y="995216"/>
                      <a:pt x="755842" y="982418"/>
                      <a:pt x="669723" y="982418"/>
                    </a:cubicBezTo>
                    <a:lnTo>
                      <a:pt x="460974" y="982418"/>
                    </a:lnTo>
                    <a:lnTo>
                      <a:pt x="460974" y="1305717"/>
                    </a:lnTo>
                    <a:cubicBezTo>
                      <a:pt x="513092" y="1310168"/>
                      <a:pt x="567439" y="1312116"/>
                      <a:pt x="624016" y="1312116"/>
                    </a:cubicBezTo>
                    <a:cubicBezTo>
                      <a:pt x="696478" y="1312116"/>
                      <a:pt x="753055" y="1306273"/>
                      <a:pt x="794024" y="1294866"/>
                    </a:cubicBez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9393CA5-87DC-D631-5B15-2C53356DF9A5}"/>
                  </a:ext>
                </a:extLst>
              </p:cNvPr>
              <p:cNvSpPr/>
              <p:nvPr/>
            </p:nvSpPr>
            <p:spPr>
              <a:xfrm>
                <a:off x="9400268" y="3389427"/>
                <a:ext cx="1231587" cy="1605922"/>
              </a:xfrm>
              <a:custGeom>
                <a:avLst/>
                <a:gdLst>
                  <a:gd name="connsiteX0" fmla="*/ 466270 w 1231587"/>
                  <a:gd name="connsiteY0" fmla="*/ 1233656 h 1605922"/>
                  <a:gd name="connsiteX1" fmla="*/ 1231588 w 1231587"/>
                  <a:gd name="connsiteY1" fmla="*/ 1233656 h 1605922"/>
                  <a:gd name="connsiteX2" fmla="*/ 1231588 w 1231587"/>
                  <a:gd name="connsiteY2" fmla="*/ 1605923 h 1605922"/>
                  <a:gd name="connsiteX3" fmla="*/ 0 w 1231587"/>
                  <a:gd name="connsiteY3" fmla="*/ 1605923 h 1605922"/>
                  <a:gd name="connsiteX4" fmla="*/ 0 w 1231587"/>
                  <a:gd name="connsiteY4" fmla="*/ 0 h 1605922"/>
                  <a:gd name="connsiteX5" fmla="*/ 1220718 w 1231587"/>
                  <a:gd name="connsiteY5" fmla="*/ 0 h 1605922"/>
                  <a:gd name="connsiteX6" fmla="*/ 1220718 w 1231587"/>
                  <a:gd name="connsiteY6" fmla="*/ 372267 h 1605922"/>
                  <a:gd name="connsiteX7" fmla="*/ 466270 w 1231587"/>
                  <a:gd name="connsiteY7" fmla="*/ 372267 h 1605922"/>
                  <a:gd name="connsiteX8" fmla="*/ 466270 w 1231587"/>
                  <a:gd name="connsiteY8" fmla="*/ 601247 h 1605922"/>
                  <a:gd name="connsiteX9" fmla="*/ 1106450 w 1231587"/>
                  <a:gd name="connsiteY9" fmla="*/ 601247 h 1605922"/>
                  <a:gd name="connsiteX10" fmla="*/ 1106450 w 1231587"/>
                  <a:gd name="connsiteY10" fmla="*/ 972401 h 1605922"/>
                  <a:gd name="connsiteX11" fmla="*/ 466270 w 1231587"/>
                  <a:gd name="connsiteY11" fmla="*/ 972401 h 1605922"/>
                  <a:gd name="connsiteX12" fmla="*/ 466270 w 1231587"/>
                  <a:gd name="connsiteY12" fmla="*/ 1233934 h 1605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31587" h="1605922">
                    <a:moveTo>
                      <a:pt x="466270" y="1233656"/>
                    </a:moveTo>
                    <a:lnTo>
                      <a:pt x="1231588" y="1233656"/>
                    </a:lnTo>
                    <a:lnTo>
                      <a:pt x="1231588" y="1605923"/>
                    </a:lnTo>
                    <a:lnTo>
                      <a:pt x="0" y="1605923"/>
                    </a:lnTo>
                    <a:lnTo>
                      <a:pt x="0" y="0"/>
                    </a:lnTo>
                    <a:lnTo>
                      <a:pt x="1220718" y="0"/>
                    </a:lnTo>
                    <a:lnTo>
                      <a:pt x="1220718" y="372267"/>
                    </a:lnTo>
                    <a:lnTo>
                      <a:pt x="466270" y="372267"/>
                    </a:lnTo>
                    <a:lnTo>
                      <a:pt x="466270" y="601247"/>
                    </a:lnTo>
                    <a:lnTo>
                      <a:pt x="1106450" y="601247"/>
                    </a:lnTo>
                    <a:lnTo>
                      <a:pt x="1106450" y="972401"/>
                    </a:lnTo>
                    <a:lnTo>
                      <a:pt x="466270" y="972401"/>
                    </a:lnTo>
                    <a:lnTo>
                      <a:pt x="466270" y="1233934"/>
                    </a:ln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5AE8E10-3EC4-628F-2924-BB82BBE214BB}"/>
                  </a:ext>
                </a:extLst>
              </p:cNvPr>
              <p:cNvSpPr/>
              <p:nvPr/>
            </p:nvSpPr>
            <p:spPr>
              <a:xfrm>
                <a:off x="10801028" y="3367447"/>
                <a:ext cx="1434761" cy="1627624"/>
              </a:xfrm>
              <a:custGeom>
                <a:avLst/>
                <a:gdLst>
                  <a:gd name="connsiteX0" fmla="*/ 923621 w 1434761"/>
                  <a:gd name="connsiteY0" fmla="*/ 1627625 h 1627624"/>
                  <a:gd name="connsiteX1" fmla="*/ 568275 w 1434761"/>
                  <a:gd name="connsiteY1" fmla="*/ 1088422 h 1627624"/>
                  <a:gd name="connsiteX2" fmla="*/ 464040 w 1434761"/>
                  <a:gd name="connsiteY2" fmla="*/ 1085083 h 1627624"/>
                  <a:gd name="connsiteX3" fmla="*/ 464040 w 1434761"/>
                  <a:gd name="connsiteY3" fmla="*/ 1627625 h 1627624"/>
                  <a:gd name="connsiteX4" fmla="*/ 0 w 1434761"/>
                  <a:gd name="connsiteY4" fmla="*/ 1627625 h 1627624"/>
                  <a:gd name="connsiteX5" fmla="*/ 0 w 1434761"/>
                  <a:gd name="connsiteY5" fmla="*/ 63992 h 1627624"/>
                  <a:gd name="connsiteX6" fmla="*/ 271735 w 1434761"/>
                  <a:gd name="connsiteY6" fmla="*/ 17250 h 1627624"/>
                  <a:gd name="connsiteX7" fmla="*/ 552110 w 1434761"/>
                  <a:gd name="connsiteY7" fmla="*/ 0 h 1627624"/>
                  <a:gd name="connsiteX8" fmla="*/ 1108680 w 1434761"/>
                  <a:gd name="connsiteY8" fmla="*/ 134105 h 1627624"/>
                  <a:gd name="connsiteX9" fmla="*/ 1295689 w 1434761"/>
                  <a:gd name="connsiteY9" fmla="*/ 543654 h 1627624"/>
                  <a:gd name="connsiteX10" fmla="*/ 1222948 w 1434761"/>
                  <a:gd name="connsiteY10" fmla="*/ 821325 h 1627624"/>
                  <a:gd name="connsiteX11" fmla="*/ 1015314 w 1434761"/>
                  <a:gd name="connsiteY11" fmla="*/ 1004676 h 1627624"/>
                  <a:gd name="connsiteX12" fmla="*/ 1434762 w 1434761"/>
                  <a:gd name="connsiteY12" fmla="*/ 1627625 h 1627624"/>
                  <a:gd name="connsiteX13" fmla="*/ 923900 w 1434761"/>
                  <a:gd name="connsiteY13" fmla="*/ 1627625 h 1627624"/>
                  <a:gd name="connsiteX14" fmla="*/ 463761 w 1434761"/>
                  <a:gd name="connsiteY14" fmla="*/ 735631 h 1627624"/>
                  <a:gd name="connsiteX15" fmla="*/ 608408 w 1434761"/>
                  <a:gd name="connsiteY15" fmla="*/ 744256 h 1627624"/>
                  <a:gd name="connsiteX16" fmla="*/ 792631 w 1434761"/>
                  <a:gd name="connsiteY16" fmla="*/ 697514 h 1627624"/>
                  <a:gd name="connsiteX17" fmla="*/ 853945 w 1434761"/>
                  <a:gd name="connsiteY17" fmla="*/ 543376 h 1627624"/>
                  <a:gd name="connsiteX18" fmla="*/ 606179 w 1434761"/>
                  <a:gd name="connsiteY18" fmla="*/ 340549 h 1627624"/>
                  <a:gd name="connsiteX19" fmla="*/ 463761 w 1434761"/>
                  <a:gd name="connsiteY19" fmla="*/ 353626 h 1627624"/>
                  <a:gd name="connsiteX20" fmla="*/ 463761 w 1434761"/>
                  <a:gd name="connsiteY20" fmla="*/ 735631 h 162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34761" h="1627624">
                    <a:moveTo>
                      <a:pt x="923621" y="1627625"/>
                    </a:moveTo>
                    <a:lnTo>
                      <a:pt x="568275" y="1088422"/>
                    </a:lnTo>
                    <a:lnTo>
                      <a:pt x="464040" y="1085083"/>
                    </a:lnTo>
                    <a:lnTo>
                      <a:pt x="464040" y="1627625"/>
                    </a:lnTo>
                    <a:lnTo>
                      <a:pt x="0" y="1627625"/>
                    </a:lnTo>
                    <a:lnTo>
                      <a:pt x="0" y="63992"/>
                    </a:lnTo>
                    <a:cubicBezTo>
                      <a:pt x="83332" y="44516"/>
                      <a:pt x="173910" y="28936"/>
                      <a:pt x="271735" y="17250"/>
                    </a:cubicBezTo>
                    <a:cubicBezTo>
                      <a:pt x="369560" y="5565"/>
                      <a:pt x="462925" y="0"/>
                      <a:pt x="552110" y="0"/>
                    </a:cubicBezTo>
                    <a:cubicBezTo>
                      <a:pt x="798483" y="0"/>
                      <a:pt x="984099" y="44794"/>
                      <a:pt x="1108680" y="134105"/>
                    </a:cubicBezTo>
                    <a:cubicBezTo>
                      <a:pt x="1233260" y="223416"/>
                      <a:pt x="1295689" y="360025"/>
                      <a:pt x="1295689" y="543654"/>
                    </a:cubicBezTo>
                    <a:cubicBezTo>
                      <a:pt x="1295689" y="651328"/>
                      <a:pt x="1271442" y="743978"/>
                      <a:pt x="1222948" y="821325"/>
                    </a:cubicBezTo>
                    <a:cubicBezTo>
                      <a:pt x="1174453" y="898671"/>
                      <a:pt x="1105056" y="959881"/>
                      <a:pt x="1015314" y="1004676"/>
                    </a:cubicBezTo>
                    <a:lnTo>
                      <a:pt x="1434762" y="1627625"/>
                    </a:lnTo>
                    <a:lnTo>
                      <a:pt x="923900" y="1627625"/>
                    </a:lnTo>
                    <a:close/>
                    <a:moveTo>
                      <a:pt x="463761" y="735631"/>
                    </a:moveTo>
                    <a:cubicBezTo>
                      <a:pt x="513649" y="741473"/>
                      <a:pt x="561865" y="744256"/>
                      <a:pt x="608408" y="744256"/>
                    </a:cubicBezTo>
                    <a:cubicBezTo>
                      <a:pt x="690347" y="744256"/>
                      <a:pt x="751661" y="728675"/>
                      <a:pt x="792631" y="697514"/>
                    </a:cubicBezTo>
                    <a:cubicBezTo>
                      <a:pt x="833600" y="666352"/>
                      <a:pt x="853945" y="615159"/>
                      <a:pt x="853945" y="543376"/>
                    </a:cubicBezTo>
                    <a:cubicBezTo>
                      <a:pt x="853945" y="408158"/>
                      <a:pt x="771449" y="340549"/>
                      <a:pt x="606179" y="340549"/>
                    </a:cubicBezTo>
                    <a:cubicBezTo>
                      <a:pt x="558242" y="340549"/>
                      <a:pt x="510862" y="345001"/>
                      <a:pt x="463761" y="353626"/>
                    </a:cubicBezTo>
                    <a:lnTo>
                      <a:pt x="463761" y="735631"/>
                    </a:lnTo>
                    <a:close/>
                  </a:path>
                </a:pathLst>
              </a:custGeom>
              <a:grpFill/>
              <a:ln w="278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EF66D3D-E107-DA6C-D452-E7C02EE83F37}"/>
                </a:ext>
              </a:extLst>
            </p:cNvPr>
            <p:cNvSpPr/>
            <p:nvPr/>
          </p:nvSpPr>
          <p:spPr>
            <a:xfrm>
              <a:off x="7278225" y="5259387"/>
              <a:ext cx="1434761" cy="1627624"/>
            </a:xfrm>
            <a:custGeom>
              <a:avLst/>
              <a:gdLst>
                <a:gd name="connsiteX0" fmla="*/ 923621 w 1434761"/>
                <a:gd name="connsiteY0" fmla="*/ 1627625 h 1627624"/>
                <a:gd name="connsiteX1" fmla="*/ 568275 w 1434761"/>
                <a:gd name="connsiteY1" fmla="*/ 1088422 h 1627624"/>
                <a:gd name="connsiteX2" fmla="*/ 464040 w 1434761"/>
                <a:gd name="connsiteY2" fmla="*/ 1085083 h 1627624"/>
                <a:gd name="connsiteX3" fmla="*/ 464040 w 1434761"/>
                <a:gd name="connsiteY3" fmla="*/ 1627625 h 1627624"/>
                <a:gd name="connsiteX4" fmla="*/ 0 w 1434761"/>
                <a:gd name="connsiteY4" fmla="*/ 1627625 h 1627624"/>
                <a:gd name="connsiteX5" fmla="*/ 0 w 1434761"/>
                <a:gd name="connsiteY5" fmla="*/ 63992 h 1627624"/>
                <a:gd name="connsiteX6" fmla="*/ 271735 w 1434761"/>
                <a:gd name="connsiteY6" fmla="*/ 17250 h 1627624"/>
                <a:gd name="connsiteX7" fmla="*/ 552110 w 1434761"/>
                <a:gd name="connsiteY7" fmla="*/ 0 h 1627624"/>
                <a:gd name="connsiteX8" fmla="*/ 1108680 w 1434761"/>
                <a:gd name="connsiteY8" fmla="*/ 134105 h 1627624"/>
                <a:gd name="connsiteX9" fmla="*/ 1295689 w 1434761"/>
                <a:gd name="connsiteY9" fmla="*/ 543654 h 1627624"/>
                <a:gd name="connsiteX10" fmla="*/ 1222948 w 1434761"/>
                <a:gd name="connsiteY10" fmla="*/ 821324 h 1627624"/>
                <a:gd name="connsiteX11" fmla="*/ 1015314 w 1434761"/>
                <a:gd name="connsiteY11" fmla="*/ 1004676 h 1627624"/>
                <a:gd name="connsiteX12" fmla="*/ 1434762 w 1434761"/>
                <a:gd name="connsiteY12" fmla="*/ 1627625 h 1627624"/>
                <a:gd name="connsiteX13" fmla="*/ 923900 w 1434761"/>
                <a:gd name="connsiteY13" fmla="*/ 1627625 h 1627624"/>
                <a:gd name="connsiteX14" fmla="*/ 463761 w 1434761"/>
                <a:gd name="connsiteY14" fmla="*/ 735631 h 1627624"/>
                <a:gd name="connsiteX15" fmla="*/ 608408 w 1434761"/>
                <a:gd name="connsiteY15" fmla="*/ 744256 h 1627624"/>
                <a:gd name="connsiteX16" fmla="*/ 792631 w 1434761"/>
                <a:gd name="connsiteY16" fmla="*/ 697513 h 1627624"/>
                <a:gd name="connsiteX17" fmla="*/ 853945 w 1434761"/>
                <a:gd name="connsiteY17" fmla="*/ 543376 h 1627624"/>
                <a:gd name="connsiteX18" fmla="*/ 606179 w 1434761"/>
                <a:gd name="connsiteY18" fmla="*/ 340549 h 1627624"/>
                <a:gd name="connsiteX19" fmla="*/ 463761 w 1434761"/>
                <a:gd name="connsiteY19" fmla="*/ 353626 h 1627624"/>
                <a:gd name="connsiteX20" fmla="*/ 463761 w 1434761"/>
                <a:gd name="connsiteY20" fmla="*/ 735631 h 162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34761" h="1627624">
                  <a:moveTo>
                    <a:pt x="923621" y="1627625"/>
                  </a:moveTo>
                  <a:lnTo>
                    <a:pt x="568275" y="1088422"/>
                  </a:lnTo>
                  <a:lnTo>
                    <a:pt x="464040" y="1085083"/>
                  </a:lnTo>
                  <a:lnTo>
                    <a:pt x="464040" y="1627625"/>
                  </a:lnTo>
                  <a:lnTo>
                    <a:pt x="0" y="1627625"/>
                  </a:lnTo>
                  <a:lnTo>
                    <a:pt x="0" y="63992"/>
                  </a:lnTo>
                  <a:cubicBezTo>
                    <a:pt x="83332" y="44516"/>
                    <a:pt x="173910" y="28935"/>
                    <a:pt x="271735" y="17250"/>
                  </a:cubicBezTo>
                  <a:cubicBezTo>
                    <a:pt x="369560" y="5564"/>
                    <a:pt x="462925" y="0"/>
                    <a:pt x="552110" y="0"/>
                  </a:cubicBezTo>
                  <a:cubicBezTo>
                    <a:pt x="798483" y="0"/>
                    <a:pt x="984099" y="44794"/>
                    <a:pt x="1108680" y="134105"/>
                  </a:cubicBezTo>
                  <a:cubicBezTo>
                    <a:pt x="1233260" y="223416"/>
                    <a:pt x="1295689" y="360025"/>
                    <a:pt x="1295689" y="543654"/>
                  </a:cubicBezTo>
                  <a:cubicBezTo>
                    <a:pt x="1295689" y="651328"/>
                    <a:pt x="1271442" y="743977"/>
                    <a:pt x="1222948" y="821324"/>
                  </a:cubicBezTo>
                  <a:cubicBezTo>
                    <a:pt x="1174453" y="898671"/>
                    <a:pt x="1105057" y="959881"/>
                    <a:pt x="1015314" y="1004676"/>
                  </a:cubicBezTo>
                  <a:lnTo>
                    <a:pt x="1434762" y="1627625"/>
                  </a:lnTo>
                  <a:lnTo>
                    <a:pt x="923900" y="1627625"/>
                  </a:lnTo>
                  <a:close/>
                  <a:moveTo>
                    <a:pt x="463761" y="735631"/>
                  </a:moveTo>
                  <a:cubicBezTo>
                    <a:pt x="513649" y="741473"/>
                    <a:pt x="561865" y="744256"/>
                    <a:pt x="608408" y="744256"/>
                  </a:cubicBezTo>
                  <a:cubicBezTo>
                    <a:pt x="690347" y="744256"/>
                    <a:pt x="751661" y="728675"/>
                    <a:pt x="792631" y="697513"/>
                  </a:cubicBezTo>
                  <a:cubicBezTo>
                    <a:pt x="833600" y="666352"/>
                    <a:pt x="853945" y="615159"/>
                    <a:pt x="853945" y="543376"/>
                  </a:cubicBezTo>
                  <a:cubicBezTo>
                    <a:pt x="853945" y="408158"/>
                    <a:pt x="771449" y="340549"/>
                    <a:pt x="606179" y="340549"/>
                  </a:cubicBezTo>
                  <a:cubicBezTo>
                    <a:pt x="558242" y="340549"/>
                    <a:pt x="510862" y="345001"/>
                    <a:pt x="463761" y="353626"/>
                  </a:cubicBezTo>
                  <a:lnTo>
                    <a:pt x="463761" y="735631"/>
                  </a:lnTo>
                  <a:close/>
                </a:path>
              </a:pathLst>
            </a:custGeom>
            <a:grpFill/>
            <a:ln w="27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71DC77-CF00-D124-E5CB-72C3372B8016}"/>
                </a:ext>
              </a:extLst>
            </p:cNvPr>
            <p:cNvSpPr/>
            <p:nvPr/>
          </p:nvSpPr>
          <p:spPr>
            <a:xfrm>
              <a:off x="8826698" y="5281089"/>
              <a:ext cx="472679" cy="1605922"/>
            </a:xfrm>
            <a:custGeom>
              <a:avLst/>
              <a:gdLst>
                <a:gd name="connsiteX0" fmla="*/ 0 w 472679"/>
                <a:gd name="connsiteY0" fmla="*/ 1605923 h 1605922"/>
                <a:gd name="connsiteX1" fmla="*/ 0 w 472679"/>
                <a:gd name="connsiteY1" fmla="*/ 0 h 1605922"/>
                <a:gd name="connsiteX2" fmla="*/ 472680 w 472679"/>
                <a:gd name="connsiteY2" fmla="*/ 0 h 1605922"/>
                <a:gd name="connsiteX3" fmla="*/ 472680 w 472679"/>
                <a:gd name="connsiteY3" fmla="*/ 1605923 h 1605922"/>
                <a:gd name="connsiteX4" fmla="*/ 0 w 472679"/>
                <a:gd name="connsiteY4" fmla="*/ 1605923 h 160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679" h="1605922">
                  <a:moveTo>
                    <a:pt x="0" y="1605923"/>
                  </a:moveTo>
                  <a:lnTo>
                    <a:pt x="0" y="0"/>
                  </a:lnTo>
                  <a:lnTo>
                    <a:pt x="472680" y="0"/>
                  </a:lnTo>
                  <a:lnTo>
                    <a:pt x="472680" y="1605923"/>
                  </a:lnTo>
                  <a:lnTo>
                    <a:pt x="0" y="1605923"/>
                  </a:lnTo>
                  <a:close/>
                </a:path>
              </a:pathLst>
            </a:custGeom>
            <a:grpFill/>
            <a:ln w="27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EFB3871-41C5-B71C-0D01-72C8F19A2C56}"/>
                </a:ext>
              </a:extLst>
            </p:cNvPr>
            <p:cNvSpPr/>
            <p:nvPr/>
          </p:nvSpPr>
          <p:spPr>
            <a:xfrm>
              <a:off x="9439565" y="5259387"/>
              <a:ext cx="1229636" cy="1649326"/>
            </a:xfrm>
            <a:custGeom>
              <a:avLst/>
              <a:gdLst>
                <a:gd name="connsiteX0" fmla="*/ 277309 w 1229636"/>
                <a:gd name="connsiteY0" fmla="*/ 1630407 h 1649326"/>
                <a:gd name="connsiteX1" fmla="*/ 48494 w 1229636"/>
                <a:gd name="connsiteY1" fmla="*/ 1577822 h 1649326"/>
                <a:gd name="connsiteX2" fmla="*/ 48494 w 1229636"/>
                <a:gd name="connsiteY2" fmla="*/ 1200269 h 1649326"/>
                <a:gd name="connsiteX3" fmla="*/ 282048 w 1229636"/>
                <a:gd name="connsiteY3" fmla="*/ 1253966 h 1649326"/>
                <a:gd name="connsiteX4" fmla="*/ 528699 w 1229636"/>
                <a:gd name="connsiteY4" fmla="*/ 1273999 h 1649326"/>
                <a:gd name="connsiteX5" fmla="*/ 708462 w 1229636"/>
                <a:gd name="connsiteY5" fmla="*/ 1244229 h 1649326"/>
                <a:gd name="connsiteX6" fmla="*/ 761137 w 1229636"/>
                <a:gd name="connsiteY6" fmla="*/ 1160204 h 1649326"/>
                <a:gd name="connsiteX7" fmla="*/ 746924 w 1229636"/>
                <a:gd name="connsiteY7" fmla="*/ 1109289 h 1649326"/>
                <a:gd name="connsiteX8" fmla="*/ 694806 w 1229636"/>
                <a:gd name="connsiteY8" fmla="*/ 1070893 h 1649326"/>
                <a:gd name="connsiteX9" fmla="*/ 583882 w 1229636"/>
                <a:gd name="connsiteY9" fmla="*/ 1034446 h 1649326"/>
                <a:gd name="connsiteX10" fmla="*/ 440350 w 1229636"/>
                <a:gd name="connsiteY10" fmla="*/ 997441 h 1649326"/>
                <a:gd name="connsiteX11" fmla="*/ 110366 w 1229636"/>
                <a:gd name="connsiteY11" fmla="*/ 826610 h 1649326"/>
                <a:gd name="connsiteX12" fmla="*/ 0 w 1229636"/>
                <a:gd name="connsiteY12" fmla="*/ 518892 h 1649326"/>
                <a:gd name="connsiteX13" fmla="*/ 184780 w 1229636"/>
                <a:gd name="connsiteY13" fmla="*/ 135218 h 1649326"/>
                <a:gd name="connsiteX14" fmla="*/ 733824 w 1229636"/>
                <a:gd name="connsiteY14" fmla="*/ 0 h 1649326"/>
                <a:gd name="connsiteX15" fmla="*/ 1138222 w 1229636"/>
                <a:gd name="connsiteY15" fmla="*/ 46742 h 1649326"/>
                <a:gd name="connsiteX16" fmla="*/ 1138222 w 1229636"/>
                <a:gd name="connsiteY16" fmla="*/ 424295 h 1649326"/>
                <a:gd name="connsiteX17" fmla="*/ 963754 w 1229636"/>
                <a:gd name="connsiteY17" fmla="*/ 388404 h 1649326"/>
                <a:gd name="connsiteX18" fmla="*/ 765318 w 1229636"/>
                <a:gd name="connsiteY18" fmla="*/ 375327 h 1649326"/>
                <a:gd name="connsiteX19" fmla="*/ 534831 w 1229636"/>
                <a:gd name="connsiteY19" fmla="*/ 407323 h 1649326"/>
                <a:gd name="connsiteX20" fmla="*/ 468499 w 1229636"/>
                <a:gd name="connsiteY20" fmla="*/ 493573 h 1649326"/>
                <a:gd name="connsiteX21" fmla="*/ 480484 w 1229636"/>
                <a:gd name="connsiteY21" fmla="*/ 539203 h 1649326"/>
                <a:gd name="connsiteX22" fmla="*/ 523404 w 1229636"/>
                <a:gd name="connsiteY22" fmla="*/ 573425 h 1649326"/>
                <a:gd name="connsiteX23" fmla="*/ 614261 w 1229636"/>
                <a:gd name="connsiteY23" fmla="*/ 605421 h 1649326"/>
                <a:gd name="connsiteX24" fmla="*/ 758908 w 1229636"/>
                <a:gd name="connsiteY24" fmla="*/ 642425 h 1649326"/>
                <a:gd name="connsiteX25" fmla="*/ 1115369 w 1229636"/>
                <a:gd name="connsiteY25" fmla="*/ 818264 h 1649326"/>
                <a:gd name="connsiteX26" fmla="*/ 1229637 w 1229636"/>
                <a:gd name="connsiteY26" fmla="*/ 1127652 h 1649326"/>
                <a:gd name="connsiteX27" fmla="*/ 1146026 w 1229636"/>
                <a:gd name="connsiteY27" fmla="*/ 1404765 h 1649326"/>
                <a:gd name="connsiteX28" fmla="*/ 904669 w 1229636"/>
                <a:gd name="connsiteY28" fmla="*/ 1585891 h 1649326"/>
                <a:gd name="connsiteX29" fmla="*/ 531765 w 1229636"/>
                <a:gd name="connsiteY29" fmla="*/ 1649326 h 1649326"/>
                <a:gd name="connsiteX30" fmla="*/ 276752 w 1229636"/>
                <a:gd name="connsiteY30" fmla="*/ 1630407 h 164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9636" h="1649326">
                  <a:moveTo>
                    <a:pt x="277309" y="1630407"/>
                  </a:moveTo>
                  <a:cubicBezTo>
                    <a:pt x="193698" y="1617886"/>
                    <a:pt x="117334" y="1600080"/>
                    <a:pt x="48494" y="1577822"/>
                  </a:cubicBezTo>
                  <a:lnTo>
                    <a:pt x="48494" y="1200269"/>
                  </a:lnTo>
                  <a:cubicBezTo>
                    <a:pt x="115940" y="1222805"/>
                    <a:pt x="193698" y="1240612"/>
                    <a:pt x="282048" y="1253966"/>
                  </a:cubicBezTo>
                  <a:cubicBezTo>
                    <a:pt x="370396" y="1267321"/>
                    <a:pt x="452613" y="1273999"/>
                    <a:pt x="528699" y="1273999"/>
                  </a:cubicBezTo>
                  <a:cubicBezTo>
                    <a:pt x="613425" y="1273999"/>
                    <a:pt x="673346" y="1263982"/>
                    <a:pt x="708462" y="1244229"/>
                  </a:cubicBezTo>
                  <a:cubicBezTo>
                    <a:pt x="743579" y="1224474"/>
                    <a:pt x="761137" y="1196374"/>
                    <a:pt x="761137" y="1160204"/>
                  </a:cubicBezTo>
                  <a:cubicBezTo>
                    <a:pt x="761137" y="1139894"/>
                    <a:pt x="756399" y="1122922"/>
                    <a:pt x="746924" y="1109289"/>
                  </a:cubicBezTo>
                  <a:cubicBezTo>
                    <a:pt x="737448" y="1095655"/>
                    <a:pt x="720168" y="1082579"/>
                    <a:pt x="694806" y="1070893"/>
                  </a:cubicBezTo>
                  <a:cubicBezTo>
                    <a:pt x="669444" y="1058930"/>
                    <a:pt x="632377" y="1046966"/>
                    <a:pt x="583882" y="1034446"/>
                  </a:cubicBezTo>
                  <a:lnTo>
                    <a:pt x="440350" y="997441"/>
                  </a:lnTo>
                  <a:cubicBezTo>
                    <a:pt x="294032" y="962107"/>
                    <a:pt x="183944" y="905071"/>
                    <a:pt x="110366" y="826610"/>
                  </a:cubicBezTo>
                  <a:cubicBezTo>
                    <a:pt x="36789" y="748151"/>
                    <a:pt x="0" y="645485"/>
                    <a:pt x="0" y="518892"/>
                  </a:cubicBezTo>
                  <a:cubicBezTo>
                    <a:pt x="0" y="353347"/>
                    <a:pt x="61594" y="225363"/>
                    <a:pt x="184780" y="135218"/>
                  </a:cubicBezTo>
                  <a:cubicBezTo>
                    <a:pt x="307967" y="45073"/>
                    <a:pt x="490796" y="0"/>
                    <a:pt x="733824" y="0"/>
                  </a:cubicBezTo>
                  <a:cubicBezTo>
                    <a:pt x="885160" y="0"/>
                    <a:pt x="1020052" y="15581"/>
                    <a:pt x="1138222" y="46742"/>
                  </a:cubicBezTo>
                  <a:lnTo>
                    <a:pt x="1138222" y="424295"/>
                  </a:lnTo>
                  <a:cubicBezTo>
                    <a:pt x="1088892" y="408993"/>
                    <a:pt x="1030922" y="397029"/>
                    <a:pt x="963754" y="388404"/>
                  </a:cubicBezTo>
                  <a:cubicBezTo>
                    <a:pt x="896587" y="379779"/>
                    <a:pt x="830534" y="375327"/>
                    <a:pt x="765318" y="375327"/>
                  </a:cubicBezTo>
                  <a:cubicBezTo>
                    <a:pt x="655788" y="375327"/>
                    <a:pt x="579144" y="385900"/>
                    <a:pt x="534831" y="407323"/>
                  </a:cubicBezTo>
                  <a:cubicBezTo>
                    <a:pt x="490517" y="428747"/>
                    <a:pt x="468499" y="457404"/>
                    <a:pt x="468499" y="493573"/>
                  </a:cubicBezTo>
                  <a:cubicBezTo>
                    <a:pt x="468499" y="511658"/>
                    <a:pt x="472401" y="526961"/>
                    <a:pt x="480484" y="539203"/>
                  </a:cubicBezTo>
                  <a:cubicBezTo>
                    <a:pt x="488566" y="551445"/>
                    <a:pt x="502780" y="562852"/>
                    <a:pt x="523404" y="573425"/>
                  </a:cubicBezTo>
                  <a:cubicBezTo>
                    <a:pt x="544028" y="583997"/>
                    <a:pt x="574406" y="594570"/>
                    <a:pt x="614261" y="605421"/>
                  </a:cubicBezTo>
                  <a:lnTo>
                    <a:pt x="758908" y="642425"/>
                  </a:lnTo>
                  <a:cubicBezTo>
                    <a:pt x="920555" y="681376"/>
                    <a:pt x="1039283" y="740082"/>
                    <a:pt x="1115369" y="818264"/>
                  </a:cubicBezTo>
                  <a:cubicBezTo>
                    <a:pt x="1191454" y="896446"/>
                    <a:pt x="1229637" y="999389"/>
                    <a:pt x="1229637" y="1127652"/>
                  </a:cubicBezTo>
                  <a:cubicBezTo>
                    <a:pt x="1229637" y="1233934"/>
                    <a:pt x="1201767" y="1326305"/>
                    <a:pt x="1146026" y="1404765"/>
                  </a:cubicBezTo>
                  <a:cubicBezTo>
                    <a:pt x="1090286" y="1483225"/>
                    <a:pt x="1009740" y="1543600"/>
                    <a:pt x="904669" y="1585891"/>
                  </a:cubicBezTo>
                  <a:cubicBezTo>
                    <a:pt x="799598" y="1628181"/>
                    <a:pt x="675297" y="1649326"/>
                    <a:pt x="531765" y="1649326"/>
                  </a:cubicBezTo>
                  <a:cubicBezTo>
                    <a:pt x="445646" y="1649326"/>
                    <a:pt x="360641" y="1642927"/>
                    <a:pt x="276752" y="1630407"/>
                  </a:cubicBezTo>
                  <a:close/>
                </a:path>
              </a:pathLst>
            </a:custGeom>
            <a:grpFill/>
            <a:ln w="27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C6D208F-4ED1-C062-B7B4-14C2D1D30F65}"/>
                </a:ext>
              </a:extLst>
            </p:cNvPr>
            <p:cNvSpPr/>
            <p:nvPr/>
          </p:nvSpPr>
          <p:spPr>
            <a:xfrm>
              <a:off x="10801586" y="5281089"/>
              <a:ext cx="1461795" cy="1605922"/>
            </a:xfrm>
            <a:custGeom>
              <a:avLst/>
              <a:gdLst>
                <a:gd name="connsiteX0" fmla="*/ 953163 w 1461795"/>
                <a:gd name="connsiteY0" fmla="*/ 1605923 h 1605922"/>
                <a:gd name="connsiteX1" fmla="*/ 567160 w 1461795"/>
                <a:gd name="connsiteY1" fmla="*/ 992712 h 1605922"/>
                <a:gd name="connsiteX2" fmla="*/ 472680 w 1461795"/>
                <a:gd name="connsiteY2" fmla="*/ 992712 h 1605922"/>
                <a:gd name="connsiteX3" fmla="*/ 472680 w 1461795"/>
                <a:gd name="connsiteY3" fmla="*/ 1605923 h 1605922"/>
                <a:gd name="connsiteX4" fmla="*/ 0 w 1461795"/>
                <a:gd name="connsiteY4" fmla="*/ 1605923 h 1605922"/>
                <a:gd name="connsiteX5" fmla="*/ 0 w 1461795"/>
                <a:gd name="connsiteY5" fmla="*/ 0 h 1605922"/>
                <a:gd name="connsiteX6" fmla="*/ 472680 w 1461795"/>
                <a:gd name="connsiteY6" fmla="*/ 0 h 1605922"/>
                <a:gd name="connsiteX7" fmla="*/ 472680 w 1461795"/>
                <a:gd name="connsiteY7" fmla="*/ 580658 h 1605922"/>
                <a:gd name="connsiteX8" fmla="*/ 567160 w 1461795"/>
                <a:gd name="connsiteY8" fmla="*/ 580658 h 1605922"/>
                <a:gd name="connsiteX9" fmla="*/ 922506 w 1461795"/>
                <a:gd name="connsiteY9" fmla="*/ 0 h 1605922"/>
                <a:gd name="connsiteX10" fmla="*/ 1414974 w 1461795"/>
                <a:gd name="connsiteY10" fmla="*/ 0 h 1605922"/>
                <a:gd name="connsiteX11" fmla="*/ 940064 w 1461795"/>
                <a:gd name="connsiteY11" fmla="*/ 774860 h 1605922"/>
                <a:gd name="connsiteX12" fmla="*/ 1461796 w 1461795"/>
                <a:gd name="connsiteY12" fmla="*/ 1605923 h 1605922"/>
                <a:gd name="connsiteX13" fmla="*/ 953163 w 1461795"/>
                <a:gd name="connsiteY13" fmla="*/ 1605923 h 160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61795" h="1605922">
                  <a:moveTo>
                    <a:pt x="953163" y="1605923"/>
                  </a:moveTo>
                  <a:lnTo>
                    <a:pt x="567160" y="992712"/>
                  </a:lnTo>
                  <a:lnTo>
                    <a:pt x="472680" y="992712"/>
                  </a:lnTo>
                  <a:lnTo>
                    <a:pt x="472680" y="1605923"/>
                  </a:lnTo>
                  <a:lnTo>
                    <a:pt x="0" y="1605923"/>
                  </a:lnTo>
                  <a:lnTo>
                    <a:pt x="0" y="0"/>
                  </a:lnTo>
                  <a:lnTo>
                    <a:pt x="472680" y="0"/>
                  </a:lnTo>
                  <a:lnTo>
                    <a:pt x="472680" y="580658"/>
                  </a:lnTo>
                  <a:lnTo>
                    <a:pt x="567160" y="580658"/>
                  </a:lnTo>
                  <a:lnTo>
                    <a:pt x="922506" y="0"/>
                  </a:lnTo>
                  <a:lnTo>
                    <a:pt x="1414974" y="0"/>
                  </a:lnTo>
                  <a:lnTo>
                    <a:pt x="940064" y="774860"/>
                  </a:lnTo>
                  <a:lnTo>
                    <a:pt x="1461796" y="1605923"/>
                  </a:lnTo>
                  <a:lnTo>
                    <a:pt x="953163" y="1605923"/>
                  </a:lnTo>
                  <a:close/>
                </a:path>
              </a:pathLst>
            </a:custGeom>
            <a:grpFill/>
            <a:ln w="27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6972287C-6931-2347-8E4C-37586E542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690" y="2938562"/>
            <a:ext cx="7747101" cy="139202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200" b="1" i="0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2F92096-BD6A-C340-A26A-D09C4AE38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5690" y="4653023"/>
            <a:ext cx="7747101" cy="76783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783A4D-F3A2-D356-AD85-77C8D57BB3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690" y="1571074"/>
            <a:ext cx="2087265" cy="7366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90AB3C-9322-C7F0-B169-33B377F0FA4C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9C64EB-D188-35E5-7E63-B086564D496B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220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1D1F8D23-48BD-FACD-4E06-70347E288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0" y="1"/>
            <a:ext cx="1219199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A92BD8C-22F9-1BE9-B8F9-80B0338E10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137" r="19260"/>
          <a:stretch/>
        </p:blipFill>
        <p:spPr>
          <a:xfrm>
            <a:off x="4451331" y="0"/>
            <a:ext cx="7740669" cy="685799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972287C-6931-2347-8E4C-37586E542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690" y="2938562"/>
            <a:ext cx="7747101" cy="139202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200" b="1" i="0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2F92096-BD6A-C340-A26A-D09C4AE38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5690" y="4653023"/>
            <a:ext cx="7747101" cy="76783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783A4D-F3A2-D356-AD85-77C8D57BB3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5690" y="1571074"/>
            <a:ext cx="2087265" cy="736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C6F2AB-343A-2399-0987-37B0702DCE00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4FECB9-7965-C7F1-A164-4ECA06035E57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42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887AE3E2-F768-8EE0-E9A3-AB5D40919B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137" r="19260"/>
          <a:stretch/>
        </p:blipFill>
        <p:spPr>
          <a:xfrm>
            <a:off x="4451331" y="0"/>
            <a:ext cx="7740669" cy="685799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9C4737B-B162-BFE4-56EB-50F735A89565}"/>
              </a:ext>
            </a:extLst>
          </p:cNvPr>
          <p:cNvSpPr/>
          <p:nvPr userDrawn="1"/>
        </p:nvSpPr>
        <p:spPr>
          <a:xfrm>
            <a:off x="-2" y="-3"/>
            <a:ext cx="12192002" cy="6858001"/>
          </a:xfrm>
          <a:prstGeom prst="rect">
            <a:avLst/>
          </a:prstGeom>
          <a:gradFill flip="none" rotWithShape="1">
            <a:gsLst>
              <a:gs pos="60000">
                <a:schemeClr val="tx1"/>
              </a:gs>
              <a:gs pos="0">
                <a:schemeClr val="accent3">
                  <a:alpha val="67000"/>
                </a:schemeClr>
              </a:gs>
              <a:gs pos="16000">
                <a:schemeClr val="accent4"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3D90BB-EF93-D6E0-7AF9-BFFCF11A474E}"/>
              </a:ext>
            </a:extLst>
          </p:cNvPr>
          <p:cNvCxnSpPr>
            <a:cxnSpLocks/>
          </p:cNvCxnSpPr>
          <p:nvPr userDrawn="1"/>
        </p:nvCxnSpPr>
        <p:spPr>
          <a:xfrm>
            <a:off x="1246645" y="0"/>
            <a:ext cx="0" cy="6857998"/>
          </a:xfrm>
          <a:prstGeom prst="line">
            <a:avLst/>
          </a:prstGeom>
          <a:ln w="19050">
            <a:gradFill>
              <a:gsLst>
                <a:gs pos="25000">
                  <a:schemeClr val="accent4"/>
                </a:gs>
                <a:gs pos="50000">
                  <a:schemeClr val="accent3"/>
                </a:gs>
                <a:gs pos="0">
                  <a:schemeClr val="accent4">
                    <a:alpha val="0"/>
                  </a:schemeClr>
                </a:gs>
                <a:gs pos="75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45D0D5-834D-CF40-8D0B-44E586AFD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52F992-1ECC-1E25-AB05-A086BE936C5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495602" y="1296060"/>
            <a:ext cx="1828800" cy="1828800"/>
          </a:xfrm>
          <a:prstGeom prst="roundRect">
            <a:avLst>
              <a:gd name="adj" fmla="val 3557"/>
            </a:avLst>
          </a:prstGeom>
          <a:ln w="19050"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7320000" scaled="0"/>
            </a:gradFill>
          </a:ln>
        </p:spPr>
        <p:txBody>
          <a:bodyPr/>
          <a:lstStyle>
            <a:lvl1pPr>
              <a:defRPr>
                <a:ln>
                  <a:noFill/>
                </a:ln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3BB3DDE-0758-04DF-AEAA-CB3172167817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495602" y="3763372"/>
            <a:ext cx="1828800" cy="1828800"/>
          </a:xfrm>
          <a:prstGeom prst="roundRect">
            <a:avLst>
              <a:gd name="adj" fmla="val 3980"/>
            </a:avLst>
          </a:prstGeom>
          <a:ln w="19050"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7320000" scaled="0"/>
            </a:gradFill>
          </a:ln>
        </p:spPr>
        <p:txBody>
          <a:bodyPr vert="horz" lIns="0" tIns="0" rIns="0" bIns="0" rtlCol="0">
            <a:noAutofit/>
          </a:bodyPr>
          <a:lstStyle>
            <a:lvl1pPr>
              <a:defRPr lang="en-US">
                <a:ln>
                  <a:noFill/>
                </a:ln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89DE03D-9A3A-664F-7819-949B2CDF4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8456" y="4176906"/>
            <a:ext cx="2944362" cy="30214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23A5A99-FC5F-959D-5318-BD0918F1DB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18456" y="4866575"/>
            <a:ext cx="2944362" cy="302140"/>
          </a:xfrm>
        </p:spPr>
        <p:txBody>
          <a:bodyPr/>
          <a:lstStyle>
            <a:lvl1pPr>
              <a:defRPr sz="1200" b="0" spc="200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E87F8E-3AFB-5F9C-1EEC-DFC7ACBEB9B9}"/>
              </a:ext>
            </a:extLst>
          </p:cNvPr>
          <p:cNvCxnSpPr>
            <a:cxnSpLocks/>
          </p:cNvCxnSpPr>
          <p:nvPr userDrawn="1"/>
        </p:nvCxnSpPr>
        <p:spPr>
          <a:xfrm>
            <a:off x="4324398" y="4656103"/>
            <a:ext cx="3657600" cy="0"/>
          </a:xfrm>
          <a:prstGeom prst="line">
            <a:avLst/>
          </a:prstGeom>
          <a:ln w="19050">
            <a:gradFill>
              <a:gsLst>
                <a:gs pos="23000">
                  <a:schemeClr val="accent3"/>
                </a:gs>
                <a:gs pos="66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75B9757-79E9-D21C-EDB1-622EBCB05D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8456" y="1689381"/>
            <a:ext cx="2944362" cy="30214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E4EF8421-E3D7-1605-7A59-9419B3EB90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18456" y="2379050"/>
            <a:ext cx="2944362" cy="302140"/>
          </a:xfrm>
        </p:spPr>
        <p:txBody>
          <a:bodyPr/>
          <a:lstStyle>
            <a:lvl1pPr>
              <a:defRPr sz="1200" b="0" spc="200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7C8924-5445-7127-FDE4-71299F5E7ED9}"/>
              </a:ext>
            </a:extLst>
          </p:cNvPr>
          <p:cNvCxnSpPr>
            <a:cxnSpLocks/>
          </p:cNvCxnSpPr>
          <p:nvPr userDrawn="1"/>
        </p:nvCxnSpPr>
        <p:spPr>
          <a:xfrm>
            <a:off x="4324398" y="2168578"/>
            <a:ext cx="3657600" cy="0"/>
          </a:xfrm>
          <a:prstGeom prst="line">
            <a:avLst/>
          </a:prstGeom>
          <a:ln w="19050">
            <a:gradFill>
              <a:gsLst>
                <a:gs pos="23000">
                  <a:schemeClr val="accent3"/>
                </a:gs>
                <a:gs pos="66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DEF1C822-4558-788C-CB22-91386D9FC9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-397322" y="3240737"/>
            <a:ext cx="3287939" cy="376529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none" lIns="164592" tIns="36576" rIns="91440" bIns="36576" rtlCol="0" anchor="ctr">
            <a:spAutoFit/>
          </a:bodyPr>
          <a:lstStyle>
            <a:lvl1pPr>
              <a:defRPr lang="en-US" sz="1400" b="1" i="0" kern="1200" cap="all" spc="600" baseline="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algn="ctr" defTabSz="457200">
              <a:lnSpc>
                <a:spcPct val="90000"/>
              </a:lnSpc>
              <a:spcBef>
                <a:spcPct val="0"/>
              </a:spcBef>
            </a:pPr>
            <a:r>
              <a:rPr lang="en-US"/>
              <a:t>ENTER TITLE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94E4453-D728-8200-D5ED-9FEDCD6E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3C5E6-2E3E-80DA-6F6E-DC0116B2F508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6E792124-3D57-671A-357D-278E4292026C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6AD9E-FF79-C838-2F2A-8A3F37FC4C3D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F119D4-271F-DAE5-3E1C-4845744F6D2D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195999-51E5-D1CB-5521-B89E5673D5C7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61F9CEC-8F85-2E79-777E-33F1A065A2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65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C07B43-5E8B-5A9B-2E77-F0F8EA4281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137" r="19260"/>
          <a:stretch/>
        </p:blipFill>
        <p:spPr>
          <a:xfrm>
            <a:off x="4451331" y="0"/>
            <a:ext cx="7740669" cy="685799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7E5DD55-41BB-F543-D85F-7587B66A51CF}"/>
              </a:ext>
            </a:extLst>
          </p:cNvPr>
          <p:cNvSpPr/>
          <p:nvPr userDrawn="1"/>
        </p:nvSpPr>
        <p:spPr>
          <a:xfrm>
            <a:off x="-2" y="-3"/>
            <a:ext cx="12192002" cy="6858001"/>
          </a:xfrm>
          <a:prstGeom prst="rect">
            <a:avLst/>
          </a:prstGeom>
          <a:gradFill flip="none" rotWithShape="1">
            <a:gsLst>
              <a:gs pos="60000">
                <a:schemeClr val="tx1"/>
              </a:gs>
              <a:gs pos="0">
                <a:schemeClr val="accent3">
                  <a:alpha val="67000"/>
                </a:schemeClr>
              </a:gs>
              <a:gs pos="16000">
                <a:schemeClr val="accent4"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AE77DD-7641-0094-096E-52539489B8E3}"/>
              </a:ext>
            </a:extLst>
          </p:cNvPr>
          <p:cNvCxnSpPr>
            <a:cxnSpLocks/>
          </p:cNvCxnSpPr>
          <p:nvPr userDrawn="1"/>
        </p:nvCxnSpPr>
        <p:spPr>
          <a:xfrm>
            <a:off x="1246645" y="0"/>
            <a:ext cx="0" cy="6857998"/>
          </a:xfrm>
          <a:prstGeom prst="line">
            <a:avLst/>
          </a:prstGeom>
          <a:ln w="19050">
            <a:gradFill>
              <a:gsLst>
                <a:gs pos="25000">
                  <a:schemeClr val="accent4"/>
                </a:gs>
                <a:gs pos="50000">
                  <a:schemeClr val="accent3"/>
                </a:gs>
                <a:gs pos="0">
                  <a:schemeClr val="accent4">
                    <a:alpha val="0"/>
                  </a:schemeClr>
                </a:gs>
                <a:gs pos="75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45D0D5-834D-CF40-8D0B-44E586AFD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52F992-1ECC-1E25-AB05-A086BE936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4661" y="709102"/>
            <a:ext cx="1554480" cy="1554480"/>
          </a:xfrm>
          <a:prstGeom prst="roundRect">
            <a:avLst>
              <a:gd name="adj" fmla="val 2407"/>
            </a:avLst>
          </a:prstGeom>
          <a:ln w="19050"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7320000" scaled="0"/>
            </a:gradFill>
          </a:ln>
        </p:spPr>
        <p:txBody>
          <a:bodyPr vert="horz" lIns="0" tIns="0" rIns="0" bIns="0" rtlCol="0">
            <a:noAutofit/>
          </a:bodyPr>
          <a:lstStyle>
            <a:lvl1pPr>
              <a:defRPr lang="en-US">
                <a:ln>
                  <a:noFill/>
                </a:ln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3BB3DDE-0758-04DF-AEAA-CB31721678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4661" y="2567861"/>
            <a:ext cx="1554480" cy="1554480"/>
          </a:xfrm>
          <a:prstGeom prst="roundRect">
            <a:avLst>
              <a:gd name="adj" fmla="val 2704"/>
            </a:avLst>
          </a:prstGeom>
          <a:ln w="19050"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7320000" scaled="0"/>
            </a:gradFill>
          </a:ln>
        </p:spPr>
        <p:txBody>
          <a:bodyPr vert="horz" lIns="0" tIns="0" rIns="0" bIns="0" rtlCol="0">
            <a:noAutofit/>
          </a:bodyPr>
          <a:lstStyle>
            <a:lvl1pPr>
              <a:defRPr lang="en-US">
                <a:ln>
                  <a:noFill/>
                </a:ln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B338D4-1485-1B34-94D3-FEB63C3FD1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3195" y="995405"/>
            <a:ext cx="2944362" cy="30214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CC15FD-99D4-4766-11BA-11FC2B21C4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3195" y="1685074"/>
            <a:ext cx="2944362" cy="302140"/>
          </a:xfrm>
        </p:spPr>
        <p:txBody>
          <a:bodyPr/>
          <a:lstStyle>
            <a:lvl1pPr>
              <a:defRPr sz="1200" b="0" cap="all" spc="200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26CE9DD-9BE9-DDB4-C79B-95C7C36720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54661" y="4418427"/>
            <a:ext cx="1554480" cy="1554480"/>
          </a:xfrm>
          <a:prstGeom prst="roundRect">
            <a:avLst>
              <a:gd name="adj" fmla="val 3298"/>
            </a:avLst>
          </a:prstGeom>
          <a:ln w="19050"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7320000" scaled="0"/>
            </a:gradFill>
          </a:ln>
        </p:spPr>
        <p:txBody>
          <a:bodyPr vert="horz" lIns="0" tIns="0" rIns="0" bIns="0" rtlCol="0">
            <a:noAutofit/>
          </a:bodyPr>
          <a:lstStyle>
            <a:lvl1pPr>
              <a:defRPr lang="en-US">
                <a:ln>
                  <a:noFill/>
                </a:ln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E15B64-4171-A52E-8C4C-F33676F0118F}"/>
              </a:ext>
            </a:extLst>
          </p:cNvPr>
          <p:cNvCxnSpPr>
            <a:cxnSpLocks/>
          </p:cNvCxnSpPr>
          <p:nvPr userDrawn="1"/>
        </p:nvCxnSpPr>
        <p:spPr>
          <a:xfrm>
            <a:off x="4309137" y="1474602"/>
            <a:ext cx="3657600" cy="0"/>
          </a:xfrm>
          <a:prstGeom prst="line">
            <a:avLst/>
          </a:prstGeom>
          <a:ln w="19050">
            <a:gradFill>
              <a:gsLst>
                <a:gs pos="23000">
                  <a:schemeClr val="accent3"/>
                </a:gs>
                <a:gs pos="66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8C3DB7A3-FEC4-6F9C-A0D5-ABBAA81E5C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3195" y="2843918"/>
            <a:ext cx="2944362" cy="30214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79BD1ADC-0873-8FAE-6B13-0F8DE5BE54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03195" y="3533587"/>
            <a:ext cx="2944362" cy="302140"/>
          </a:xfrm>
        </p:spPr>
        <p:txBody>
          <a:bodyPr/>
          <a:lstStyle>
            <a:lvl1pPr>
              <a:defRPr sz="1200" b="0" cap="all" spc="200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4DF5AA-1AD6-4EC6-E1DA-7A87D88EE982}"/>
              </a:ext>
            </a:extLst>
          </p:cNvPr>
          <p:cNvCxnSpPr>
            <a:cxnSpLocks/>
          </p:cNvCxnSpPr>
          <p:nvPr userDrawn="1"/>
        </p:nvCxnSpPr>
        <p:spPr>
          <a:xfrm>
            <a:off x="4309137" y="3323115"/>
            <a:ext cx="3657600" cy="0"/>
          </a:xfrm>
          <a:prstGeom prst="line">
            <a:avLst/>
          </a:prstGeom>
          <a:ln w="19050">
            <a:gradFill>
              <a:gsLst>
                <a:gs pos="23000">
                  <a:schemeClr val="accent3"/>
                </a:gs>
                <a:gs pos="66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76CE2A1C-1C85-551D-8578-9C33A5A5E7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03195" y="4694796"/>
            <a:ext cx="2944362" cy="30214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6B4E5407-D0F4-1562-2235-8B812BD0DC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03195" y="5384465"/>
            <a:ext cx="2944362" cy="302140"/>
          </a:xfrm>
        </p:spPr>
        <p:txBody>
          <a:bodyPr/>
          <a:lstStyle>
            <a:lvl1pPr>
              <a:defRPr sz="1200" b="0" cap="all" spc="200" baseline="0"/>
            </a:lvl1pPr>
          </a:lstStyle>
          <a:p>
            <a:pPr lvl="0"/>
            <a:r>
              <a:rPr lang="en-US"/>
              <a:t>TITLE GOES HERE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A9158C5-D102-0546-D559-F21D846BB389}"/>
              </a:ext>
            </a:extLst>
          </p:cNvPr>
          <p:cNvCxnSpPr>
            <a:cxnSpLocks/>
          </p:cNvCxnSpPr>
          <p:nvPr userDrawn="1"/>
        </p:nvCxnSpPr>
        <p:spPr>
          <a:xfrm>
            <a:off x="4309137" y="5173993"/>
            <a:ext cx="3657600" cy="0"/>
          </a:xfrm>
          <a:prstGeom prst="line">
            <a:avLst/>
          </a:prstGeom>
          <a:ln w="19050">
            <a:gradFill>
              <a:gsLst>
                <a:gs pos="23000">
                  <a:schemeClr val="accent3"/>
                </a:gs>
                <a:gs pos="66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B35065AC-6AD6-6CF9-52A2-D6444AABAC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-397322" y="3240737"/>
            <a:ext cx="3287939" cy="376529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none" lIns="164592" tIns="36576" rIns="91440" bIns="36576" rtlCol="0" anchor="ctr">
            <a:spAutoFit/>
          </a:bodyPr>
          <a:lstStyle>
            <a:lvl1pPr>
              <a:defRPr lang="en-US" sz="1400" b="1" i="0" cap="all" spc="600" baseline="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 algn="ctr" defTabSz="457200">
              <a:lnSpc>
                <a:spcPct val="90000"/>
              </a:lnSpc>
              <a:spcBef>
                <a:spcPct val="0"/>
              </a:spcBef>
            </a:pPr>
            <a:r>
              <a:rPr lang="en-US"/>
              <a:t>ENTER TITLE HERE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3892C67-E9F5-35E2-9DB7-FBCE102A5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71B63-5CF9-7F4E-12E0-3C6391754F2B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A02FBA85-1C35-4142-D750-736404B85129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154CC-7151-956E-B1EF-0AE72F1DE216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EE8389-8193-9D37-E12B-FE4934BF18F8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CFECDD-D05A-3DA7-A31A-A993E3BEE01E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40782426-932A-F996-3ED5-3CD748E8D6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6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525CA7B-7571-46CB-E123-7CF7A7B74C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137" r="19260"/>
          <a:stretch/>
        </p:blipFill>
        <p:spPr>
          <a:xfrm>
            <a:off x="4451331" y="0"/>
            <a:ext cx="7740669" cy="68579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88E3ED1-E9B6-06E3-7531-A05C1C656DB6}"/>
              </a:ext>
            </a:extLst>
          </p:cNvPr>
          <p:cNvSpPr/>
          <p:nvPr userDrawn="1"/>
        </p:nvSpPr>
        <p:spPr>
          <a:xfrm>
            <a:off x="-2" y="-3"/>
            <a:ext cx="12192002" cy="6858001"/>
          </a:xfrm>
          <a:prstGeom prst="rect">
            <a:avLst/>
          </a:prstGeom>
          <a:gradFill flip="none" rotWithShape="1">
            <a:gsLst>
              <a:gs pos="60000">
                <a:schemeClr val="tx1"/>
              </a:gs>
              <a:gs pos="0">
                <a:schemeClr val="accent3">
                  <a:alpha val="67000"/>
                </a:schemeClr>
              </a:gs>
              <a:gs pos="16000">
                <a:schemeClr val="accent4">
                  <a:alpha val="4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45D0D5-834D-CF40-8D0B-44E586AFD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A389A3B-D383-E34B-AA74-D444AD1BC5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80341" y="1697299"/>
            <a:ext cx="738981" cy="3633043"/>
          </a:xfrm>
        </p:spPr>
        <p:txBody>
          <a:bodyPr tIns="91440" anchor="ctr"/>
          <a:lstStyle>
            <a:lvl1pPr marL="0" indent="0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679450" algn="l"/>
              </a:tabLst>
              <a:defRPr sz="2900" b="1" i="0" baseline="0">
                <a:gradFill>
                  <a:gsLst>
                    <a:gs pos="92000">
                      <a:schemeClr val="accent3"/>
                    </a:gs>
                    <a:gs pos="0">
                      <a:schemeClr val="accent4"/>
                    </a:gs>
                  </a:gsLst>
                  <a:lin ang="1800000" scaled="0"/>
                </a:gradFill>
                <a:latin typeface="Arial Black" panose="020B0604020202020204" pitchFamily="34" charset="0"/>
              </a:defRPr>
            </a:lvl1pPr>
            <a:lvl2pPr indent="0">
              <a:lnSpc>
                <a:spcPts val="3600"/>
              </a:lnSpc>
              <a:buNone/>
              <a:defRPr/>
            </a:lvl2pPr>
            <a:lvl3pPr indent="0">
              <a:lnSpc>
                <a:spcPts val="3600"/>
              </a:lnSpc>
              <a:buNone/>
              <a:defRPr/>
            </a:lvl3pPr>
            <a:lvl4pPr indent="0">
              <a:lnSpc>
                <a:spcPts val="3600"/>
              </a:lnSpc>
              <a:buNone/>
              <a:defRPr/>
            </a:lvl4pPr>
            <a:lvl5pPr indent="0">
              <a:lnSpc>
                <a:spcPts val="3600"/>
              </a:lnSpc>
              <a:buNone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34E1178-D170-674F-97AA-36D215F75A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9523" y="1680521"/>
            <a:ext cx="5160588" cy="3633043"/>
          </a:xfrm>
        </p:spPr>
        <p:txBody>
          <a:bodyPr anchor="ctr"/>
          <a:lstStyle>
            <a:lvl1pPr marL="0" indent="0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None/>
              <a:defRPr sz="1800" b="1" i="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ts val="3600"/>
              </a:lnSpc>
              <a:buNone/>
              <a:defRPr/>
            </a:lvl2pPr>
            <a:lvl3pPr indent="0">
              <a:lnSpc>
                <a:spcPts val="3600"/>
              </a:lnSpc>
              <a:buNone/>
              <a:defRPr/>
            </a:lvl3pPr>
            <a:lvl4pPr indent="0">
              <a:lnSpc>
                <a:spcPts val="3600"/>
              </a:lnSpc>
              <a:buNone/>
              <a:defRPr/>
            </a:lvl4pPr>
            <a:lvl5pPr indent="0">
              <a:lnSpc>
                <a:spcPts val="3600"/>
              </a:lnSpc>
              <a:buNone/>
              <a:defRPr/>
            </a:lvl5pPr>
          </a:lstStyle>
          <a:p>
            <a:pPr lvl="0"/>
            <a:r>
              <a:rPr lang="en-US"/>
              <a:t>Item one</a:t>
            </a:r>
          </a:p>
          <a:p>
            <a:pPr lvl="0"/>
            <a:r>
              <a:rPr lang="en-US"/>
              <a:t>Item two</a:t>
            </a:r>
          </a:p>
          <a:p>
            <a:pPr lvl="0"/>
            <a:r>
              <a:rPr lang="en-US"/>
              <a:t>Item three</a:t>
            </a:r>
          </a:p>
          <a:p>
            <a:pPr lvl="0"/>
            <a:r>
              <a:rPr lang="en-US"/>
              <a:t>Item four</a:t>
            </a:r>
          </a:p>
          <a:p>
            <a:pPr lvl="0"/>
            <a:r>
              <a:rPr lang="en-US"/>
              <a:t>Item five</a:t>
            </a:r>
          </a:p>
          <a:p>
            <a:pPr lvl="0"/>
            <a:r>
              <a:rPr lang="en-US"/>
              <a:t>Item six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2A8D40-CBC1-F1AB-4BEC-253FC3DA09CE}"/>
              </a:ext>
            </a:extLst>
          </p:cNvPr>
          <p:cNvCxnSpPr>
            <a:cxnSpLocks/>
          </p:cNvCxnSpPr>
          <p:nvPr userDrawn="1"/>
        </p:nvCxnSpPr>
        <p:spPr>
          <a:xfrm>
            <a:off x="1246645" y="0"/>
            <a:ext cx="0" cy="6857998"/>
          </a:xfrm>
          <a:prstGeom prst="line">
            <a:avLst/>
          </a:prstGeom>
          <a:ln w="19050">
            <a:gradFill>
              <a:gsLst>
                <a:gs pos="25000">
                  <a:schemeClr val="accent4"/>
                </a:gs>
                <a:gs pos="50000">
                  <a:schemeClr val="accent3"/>
                </a:gs>
                <a:gs pos="0">
                  <a:schemeClr val="accent4">
                    <a:alpha val="0"/>
                  </a:schemeClr>
                </a:gs>
                <a:gs pos="75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3">
            <a:extLst>
              <a:ext uri="{FF2B5EF4-FFF2-40B4-BE49-F238E27FC236}">
                <a16:creationId xmlns:a16="http://schemas.microsoft.com/office/drawing/2014/main" id="{FC6C8C3B-E59A-043F-0CA8-3A526B5BF9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-397321" y="3240735"/>
            <a:ext cx="3287939" cy="376529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none" lIns="164592" tIns="36576" rIns="91440" bIns="36576" rtlCol="0" anchor="ctr">
            <a:spAutoFit/>
          </a:bodyPr>
          <a:lstStyle>
            <a:lvl1pPr>
              <a:defRPr lang="en-US" sz="1400" b="1" i="0" cap="all" spc="600" baseline="0" dirty="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 algn="ctr" defTabSz="457200">
              <a:lnSpc>
                <a:spcPct val="90000"/>
              </a:lnSpc>
              <a:spcBef>
                <a:spcPct val="0"/>
              </a:spcBef>
            </a:pPr>
            <a:r>
              <a:rPr lang="en-US"/>
              <a:t>ENTER TITLE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F5E9B-B36D-58F7-4022-C596E0E6A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A5E0F-EA17-E09D-BCD0-85F89B50228F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9" name="Text Placeholder 50">
            <a:extLst>
              <a:ext uri="{FF2B5EF4-FFF2-40B4-BE49-F238E27FC236}">
                <a16:creationId xmlns:a16="http://schemas.microsoft.com/office/drawing/2014/main" id="{4F1C1A8A-FEF4-F8FA-2DFB-349D3D0C16A6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7D264-9D61-4C22-DDD3-329724F8AD69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A0C25-410D-4828-18F7-A0F46DD890FF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0B895A-3879-6320-AC0E-BC6B3FC20B49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B0E10EE-F43D-9D07-55EC-8BE30134AA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05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C486403A-1115-CB24-F884-079DE7B95D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1998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E3CDD3B-7BF7-A747-8454-C8AAD633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7161" y="3200400"/>
            <a:ext cx="6126896" cy="20057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Transition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B0AC-4228-95D9-110C-D270AD8377CA}"/>
              </a:ext>
            </a:extLst>
          </p:cNvPr>
          <p:cNvSpPr/>
          <p:nvPr userDrawn="1"/>
        </p:nvSpPr>
        <p:spPr>
          <a:xfrm rot="5400000">
            <a:off x="862320" y="2754672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BEF075-2F26-1273-E60B-035CA61AA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49C0A2C-850E-D48E-6A09-493631BC7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6D414-701E-5714-00D3-95481C958586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9DD7FAE0-60FC-243F-391D-E1E6853228BF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9E422-4420-9CB1-FA71-B4C142F08BC2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5489A4-AA39-8FA7-1014-9B6455797B01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E2CA6E-DFEA-9DD8-99D5-440B2EFEEF03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31F1C855-D1DD-777B-ED37-41778C8AF8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0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ue and black gradient&#10;&#10;Description automatically generated">
            <a:extLst>
              <a:ext uri="{FF2B5EF4-FFF2-40B4-BE49-F238E27FC236}">
                <a16:creationId xmlns:a16="http://schemas.microsoft.com/office/drawing/2014/main" id="{4E498D8B-42E5-84BB-2C39-A0640843A9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90474" cy="6858856"/>
          </a:xfrm>
          <a:prstGeom prst="rect">
            <a:avLst/>
          </a:prstGeom>
        </p:spPr>
      </p:pic>
      <p:pic>
        <p:nvPicPr>
          <p:cNvPr id="13" name="Picture 12" descr="A blue and black background&#10;&#10;Description automatically generated">
            <a:extLst>
              <a:ext uri="{FF2B5EF4-FFF2-40B4-BE49-F238E27FC236}">
                <a16:creationId xmlns:a16="http://schemas.microsoft.com/office/drawing/2014/main" id="{72B4D31D-93BF-D3BC-AD28-C2594757C7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A6036B1-B70E-4AF8-6266-C6D4DEABB9D2}"/>
              </a:ext>
            </a:extLst>
          </p:cNvPr>
          <p:cNvSpPr/>
          <p:nvPr userDrawn="1"/>
        </p:nvSpPr>
        <p:spPr>
          <a:xfrm>
            <a:off x="0" y="1554479"/>
            <a:ext cx="8001000" cy="3803905"/>
          </a:xfrm>
          <a:prstGeom prst="rect">
            <a:avLst/>
          </a:prstGeom>
          <a:gradFill flip="none" rotWithShape="1">
            <a:gsLst>
              <a:gs pos="0">
                <a:schemeClr val="accent4">
                  <a:alpha val="70000"/>
                </a:schemeClr>
              </a:gs>
              <a:gs pos="100000">
                <a:schemeClr val="accent4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3CDD3B-7BF7-A747-8454-C8AAD633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6018" y="2250824"/>
            <a:ext cx="5350382" cy="259857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Transition Slide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72A426-0021-4D3C-128E-82E84AD2E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34882-B05C-361D-478D-CC9DA3BED6BE}"/>
              </a:ext>
            </a:extLst>
          </p:cNvPr>
          <p:cNvSpPr/>
          <p:nvPr userDrawn="1"/>
        </p:nvSpPr>
        <p:spPr>
          <a:xfrm rot="10800000">
            <a:off x="7073380" y="1390237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2">
                    <a:alpha val="0"/>
                  </a:schemeClr>
                </a:gs>
                <a:gs pos="89000">
                  <a:srgbClr val="F83300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B0AC-4228-95D9-110C-D270AD8377CA}"/>
              </a:ext>
            </a:extLst>
          </p:cNvPr>
          <p:cNvSpPr/>
          <p:nvPr userDrawn="1"/>
        </p:nvSpPr>
        <p:spPr>
          <a:xfrm rot="16200000">
            <a:off x="7073380" y="4395739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2">
                    <a:alpha val="0"/>
                  </a:schemeClr>
                </a:gs>
                <a:gs pos="89000">
                  <a:srgbClr val="F83300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FC65CF-4133-FB35-BE13-DA6F3D0C2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97BF6-00E4-2C36-FC76-F513B038A9E4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C6E3AF3-E50A-6968-0D34-6C84BBD34AAB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E9182-DBC5-6EDA-33C2-E3E12000620A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B48EBF-E979-7105-E51E-C99AAE600C6E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543F6D-4DA8-8107-8984-491425D17C65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4BF476B-8606-E2AF-742D-5247F0E7D3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1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C486403A-1115-CB24-F884-079DE7B95D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1"/>
            <a:ext cx="12191998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E3CDD3B-7BF7-A747-8454-C8AAD633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7161" y="3200400"/>
            <a:ext cx="6126896" cy="20057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Transition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B0AC-4228-95D9-110C-D270AD8377CA}"/>
              </a:ext>
            </a:extLst>
          </p:cNvPr>
          <p:cNvSpPr/>
          <p:nvPr userDrawn="1"/>
        </p:nvSpPr>
        <p:spPr>
          <a:xfrm rot="5400000">
            <a:off x="862320" y="2754672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rgbClr val="FF9933">
                    <a:alpha val="0"/>
                  </a:srgbClr>
                </a:gs>
                <a:gs pos="89000">
                  <a:srgbClr val="EF4900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BEF075-2F26-1273-E60B-035CA61AA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03BF407-A83A-71D1-11AA-FBC5C4A68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B597C-694D-EF56-F526-54C8CEAF890C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FD9C7E1E-8E08-FDFF-D760-923FA5B7A549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05F4B-34D2-D227-8B8B-BDB8608272F8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B2C04-9D4D-38EC-3C65-3098475D2230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DC2A06-A812-F851-44A7-EC89E4750E1A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rgbClr val="F83300"/>
                </a:gs>
                <a:gs pos="50000">
                  <a:schemeClr val="accent2"/>
                </a:gs>
                <a:gs pos="100000">
                  <a:schemeClr val="accent3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D4B5CE-1C78-2E52-3595-03C1DB0250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71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192716D-328B-4B45-9EB5-79CEEF36D8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601" y="1867062"/>
            <a:ext cx="11274424" cy="40687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108A3B-8044-2641-AF34-8259B2384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689E15-C99F-3068-6904-75FC9D320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8016985-1CEC-F26B-21C2-05006B78D5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545A67-B8E4-7F6E-D007-1CD06E51F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29538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00849-2C71-764D-AE9F-C231C1BB7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EB2A09F-2EB1-3748-8770-030F2C2BF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737" y="1405737"/>
            <a:ext cx="11274425" cy="47374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873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5CA29DE-58BF-1711-32EF-91DE992B5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002312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DCBD6647-F0E1-178C-A711-274D2FD6A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736" y="1920240"/>
            <a:ext cx="5447361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CC82FC8-F6C8-7D53-C8EB-C34E577917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2374" y="1920240"/>
            <a:ext cx="5447361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72AD7D5-C17B-F885-E399-B7AB83827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635859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28307E-DB0E-5DA7-0903-B8F04C15B641}"/>
              </a:ext>
            </a:extLst>
          </p:cNvPr>
          <p:cNvSpPr/>
          <p:nvPr userDrawn="1"/>
        </p:nvSpPr>
        <p:spPr>
          <a:xfrm>
            <a:off x="6312373" y="1967870"/>
            <a:ext cx="5447361" cy="4068763"/>
          </a:xfrm>
          <a:prstGeom prst="roundRect">
            <a:avLst>
              <a:gd name="adj" fmla="val 2335"/>
            </a:avLst>
          </a:prstGeom>
          <a:noFill/>
          <a:ln w="19050" cap="rnd">
            <a:gradFill>
              <a:gsLst>
                <a:gs pos="11000">
                  <a:schemeClr val="accent4">
                    <a:alpha val="0"/>
                  </a:schemeClr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42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715AFC-9FFE-5345-972E-896B6F793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66DBA87-259C-814C-BAD9-8C606C06BA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1FEAC95-65BD-D243-B645-D818B55CF7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7468" y="2308749"/>
            <a:ext cx="4843898" cy="3387006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5425754-17E7-1844-9AAB-110FC997D0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5223" y="2308750"/>
            <a:ext cx="4741664" cy="338700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7CB73E-E2B5-676C-2A9E-E2F329FABF5C}"/>
              </a:ext>
            </a:extLst>
          </p:cNvPr>
          <p:cNvSpPr/>
          <p:nvPr userDrawn="1"/>
        </p:nvSpPr>
        <p:spPr>
          <a:xfrm>
            <a:off x="503240" y="1967870"/>
            <a:ext cx="5447361" cy="4068763"/>
          </a:xfrm>
          <a:prstGeom prst="roundRect">
            <a:avLst>
              <a:gd name="adj" fmla="val 2335"/>
            </a:avLst>
          </a:prstGeom>
          <a:noFill/>
          <a:ln w="19050" cap="rnd">
            <a:gradFill>
              <a:gsLst>
                <a:gs pos="11000">
                  <a:schemeClr val="accent4">
                    <a:alpha val="0"/>
                  </a:schemeClr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42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D73B9-82B4-5CC4-2046-0C9E8551A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05C6B-4731-B319-5223-8972D4362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24855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2AC5787-975E-C499-D77D-2163ADFB5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0"/>
            <a:ext cx="3497925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E01736E-0F5A-06E3-86F9-AB4D36FD81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6515" y="1920240"/>
            <a:ext cx="3497925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BE4C9AE6-BF7A-F362-3E5F-8C61496400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7719" y="1920240"/>
            <a:ext cx="3534888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E3AF708-EBFA-4554-4750-BBCF8D00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882307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/2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53F5731-1A78-81CD-DDA3-617C85E971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0"/>
            <a:ext cx="3497925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5DFA40D-B9D9-AC41-232C-5C0003444E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6515" y="1920240"/>
            <a:ext cx="3497925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9F2A5BC-800F-7C58-2ED0-AC946D51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7719" y="1920240"/>
            <a:ext cx="3534888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F014BD3-F277-B7BF-C138-C9760A5324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311" y="4125969"/>
            <a:ext cx="3497925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2FA848B-A8F6-FC28-FA00-C25A86EB51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36515" y="4125969"/>
            <a:ext cx="3497925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93A6184-F52C-0E0F-FCE2-C7AAD17A3C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7719" y="4125969"/>
            <a:ext cx="3534888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8FE54D4-1A7A-B81F-3DA0-CE0A97B4C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890557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A46CD9C-6AE4-EFE8-5944-0C0C60D091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0"/>
            <a:ext cx="2562689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024BA086-7E62-EDCC-EA74-1961E1F3FF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71541" y="1920240"/>
            <a:ext cx="2562689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E9E7B5E-DFE7-00C3-4B35-B944EFEC8A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7771" y="1920240"/>
            <a:ext cx="2562689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C62876B-2023-D70A-63CF-2AC30D945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1920240"/>
            <a:ext cx="2562689" cy="40687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457200">
              <a:defRPr sz="1600" b="0">
                <a:solidFill>
                  <a:schemeClr val="bg1"/>
                </a:solidFill>
              </a:defRPr>
            </a:lvl2pPr>
            <a:lvl3pPr marL="914400">
              <a:defRPr sz="1400" b="0">
                <a:solidFill>
                  <a:schemeClr val="bg1"/>
                </a:solidFill>
              </a:defRPr>
            </a:lvl3pPr>
            <a:lvl4pPr marL="1371600">
              <a:defRPr sz="1200" b="0">
                <a:solidFill>
                  <a:schemeClr val="bg1"/>
                </a:solidFill>
              </a:defRPr>
            </a:lvl4pPr>
            <a:lvl5pPr marL="1828800">
              <a:defRPr sz="1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4D0DF7-BB43-6274-596B-5FDFB5E0E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2770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/2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9AB5EBB-C18B-D74F-6954-0C0CF20F0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0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AB20584-4BED-F926-09F4-BE29C79C23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71541" y="1920240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561260D-0433-A07C-45EA-7AFFFBA321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7771" y="1920240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4F2B1-544E-89AE-0894-41B0D83215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1920240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8DBC2E5-5885-B5B4-347A-10EAF316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5311" y="4124178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D858D59-D4AD-2196-07CB-66564DB7C4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1541" y="4124178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78D075E-A3DB-6C66-7C7E-99569C7D6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57771" y="4124178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A103247-1817-AB83-EAC6-E6C18675C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4000" y="4124178"/>
            <a:ext cx="2562689" cy="1953745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46F5540-58FE-0B23-07A1-1B989E8C1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6961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7C0CC50-5779-9626-E007-5D06F5152A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0"/>
            <a:ext cx="2018779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8D1A3C6-2985-3E06-A5DB-AA8231501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5961" y="1920240"/>
            <a:ext cx="2018779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ED12B0B-D557-549A-864D-9EB10B122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6611" y="1920240"/>
            <a:ext cx="2018779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9A638DE-E108-8FCA-522B-A501B4D4AC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87910" y="1920240"/>
            <a:ext cx="2018779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4D3CFD3C-FFD5-735F-EE85-56F7F11FC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87261" y="1920240"/>
            <a:ext cx="2018779" cy="4068763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E1F1B7A-0600-69FC-1171-62B1B8592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217952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/2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1403957-CCB5-62DC-42CF-8A2095322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1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2EC746F8-4CE8-4328-88A5-F0DC625D42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5961" y="1920241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32D4D3F-8749-B553-4451-E0A5E99C7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6611" y="1920241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45F255F-4D10-F902-EAFE-2C8F9BE6D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87910" y="1920241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BFA5B50-763E-25CF-8D45-9CE6A34326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87261" y="1920241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39D6DB3-A686-D0BF-8F46-51B179170C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311" y="4097857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D543A0F-BAB6-F39D-3F26-0B7504CE15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85961" y="4097857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4B0F2E5-32B3-E0DD-A116-EF2E16F91C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86611" y="4097857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65E6AF2E-E908-F6AC-0D84-46AC8D5688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87910" y="4097857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E091D96-CE5D-25F2-954B-0235F88644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87261" y="4097857"/>
            <a:ext cx="2018779" cy="1877274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DCDFA2-4452-749B-F930-2BDA6DA77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490195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/2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E5929C-E955-F5E9-F631-B1ECCFF31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DC647-A10B-96E7-E311-0A16D5A396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37" y="1220786"/>
            <a:ext cx="11274425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635E832-C1ED-7A9C-2248-6EA2C23343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311" y="1920241"/>
            <a:ext cx="5447361" cy="1842061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45A12C6-5B28-A6BC-CA19-F9CA45FC87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246" y="1920241"/>
            <a:ext cx="5447361" cy="1842061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7CDB23D-682A-A278-2C50-5B378D8C02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311" y="4125969"/>
            <a:ext cx="5447361" cy="1842061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1E69E26-E378-6F49-351C-846883B03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246" y="4125969"/>
            <a:ext cx="5447361" cy="1842061"/>
          </a:xfrm>
          <a:prstGeom prst="rect">
            <a:avLst/>
          </a:prstGeom>
        </p:spPr>
        <p:txBody>
          <a:bodyPr/>
          <a:lstStyle>
            <a:lvl1pPr>
              <a:defRPr sz="1800" b="0"/>
            </a:lvl1pPr>
            <a:lvl2pPr marL="457200">
              <a:defRPr sz="1600" b="0"/>
            </a:lvl2pPr>
            <a:lvl3pPr marL="914400">
              <a:defRPr sz="1400" b="0"/>
            </a:lvl3pPr>
            <a:lvl4pPr marL="1371600">
              <a:defRPr sz="1200" b="0"/>
            </a:lvl4pPr>
            <a:lvl5pPr marL="1828800">
              <a:defRPr sz="12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1112FF0-6B66-F8F1-D119-6192FE28C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6116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B98C48-F9E7-3E49-BA87-606088E8D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06FC93-F7DB-AA4F-AFF5-219AF53BD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11274424" cy="60456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CA73D25-4BDE-9A1E-D3BE-B763B81C2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4943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F62D2C-A0A3-CE73-731C-75367CC31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B64305-5A1F-9B02-BB99-DB500C241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87135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ody, Pho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670C8FA8-F15C-3FF8-EDFC-4FE05D03B7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115119"/>
            <a:ext cx="3302411" cy="4664073"/>
          </a:xfrm>
          <a:custGeom>
            <a:avLst/>
            <a:gdLst>
              <a:gd name="connsiteX0" fmla="*/ 0 w 2817100"/>
              <a:gd name="connsiteY0" fmla="*/ 0 h 4041815"/>
              <a:gd name="connsiteX1" fmla="*/ 2817100 w 2817100"/>
              <a:gd name="connsiteY1" fmla="*/ 0 h 4041815"/>
              <a:gd name="connsiteX2" fmla="*/ 2817100 w 2817100"/>
              <a:gd name="connsiteY2" fmla="*/ 4041815 h 4041815"/>
              <a:gd name="connsiteX3" fmla="*/ 0 w 2817100"/>
              <a:gd name="connsiteY3" fmla="*/ 4041815 h 4041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7100" h="4041815">
                <a:moveTo>
                  <a:pt x="0" y="0"/>
                </a:moveTo>
                <a:lnTo>
                  <a:pt x="2817100" y="0"/>
                </a:lnTo>
                <a:lnTo>
                  <a:pt x="2817100" y="4041815"/>
                </a:lnTo>
                <a:lnTo>
                  <a:pt x="0" y="4041815"/>
                </a:lnTo>
                <a:close/>
              </a:path>
            </a:pathLst>
          </a:custGeom>
          <a:solidFill>
            <a:schemeClr val="tx2"/>
          </a:solidFill>
          <a:ln w="25400">
            <a:noFill/>
          </a:ln>
        </p:spPr>
        <p:txBody>
          <a:bodyPr wrap="square" bIns="914400" anchor="ctr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EA23F2F-86EC-3D43-B6EA-CDEBCCCD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B96EAA25-7F6C-04B8-6B5F-53353A258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2138" y="3055431"/>
            <a:ext cx="7894551" cy="2723761"/>
          </a:xfrm>
        </p:spPr>
        <p:txBody>
          <a:bodyPr wrap="square">
            <a:noAutofit/>
          </a:bodyPr>
          <a:lstStyle>
            <a:lvl1pPr>
              <a:lnSpc>
                <a:spcPct val="120000"/>
              </a:lnSpc>
              <a:defRPr sz="18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63F7BB8-FEAD-5A8A-8E39-79BA74CCA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2138" y="2504924"/>
            <a:ext cx="7894551" cy="218586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defRPr lang="en-US" sz="1400" b="0" kern="1200" cap="all" spc="20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F0C23CA6-0603-930B-3D28-6B077AB6EB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2138" y="1750279"/>
            <a:ext cx="7894551" cy="62023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defRPr lang="en-US" sz="3600" b="1" i="0" kern="1200" dirty="0" smtClean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345F7-6EC7-2004-C632-BF58D8903626}"/>
              </a:ext>
            </a:extLst>
          </p:cNvPr>
          <p:cNvSpPr/>
          <p:nvPr userDrawn="1"/>
        </p:nvSpPr>
        <p:spPr>
          <a:xfrm rot="10800000">
            <a:off x="2363101" y="974022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BEA0C-B98B-4F6D-2E77-FB120E57A36E}"/>
              </a:ext>
            </a:extLst>
          </p:cNvPr>
          <p:cNvSpPr/>
          <p:nvPr userDrawn="1"/>
        </p:nvSpPr>
        <p:spPr>
          <a:xfrm rot="16200000">
            <a:off x="2363101" y="4866852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B4EFFD7-9F12-4475-74FA-39E302166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422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ody, Pho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02B8FB-FACC-0164-6835-193830064B0D}"/>
              </a:ext>
            </a:extLst>
          </p:cNvPr>
          <p:cNvSpPr/>
          <p:nvPr userDrawn="1"/>
        </p:nvSpPr>
        <p:spPr>
          <a:xfrm>
            <a:off x="2169995" y="1349835"/>
            <a:ext cx="10022006" cy="4668828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28000">
                <a:schemeClr val="accent1"/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B96EAA25-7F6C-04B8-6B5F-53353A258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2137" y="3158547"/>
            <a:ext cx="7894551" cy="1634722"/>
          </a:xfrm>
        </p:spPr>
        <p:txBody>
          <a:bodyPr wrap="square" numCol="2" spcCol="274320">
            <a:noAutofit/>
          </a:bodyPr>
          <a:lstStyle>
            <a:lvl1pPr>
              <a:lnSpc>
                <a:spcPct val="110000"/>
              </a:lnSpc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63F7BB8-FEAD-5A8A-8E39-79BA74CCA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2138" y="2582663"/>
            <a:ext cx="3848017" cy="301878"/>
          </a:xfrm>
        </p:spPr>
        <p:txBody>
          <a:bodyPr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defRPr lang="en-US" sz="1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F0C23CA6-0603-930B-3D28-6B077AB6EB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2138" y="1742877"/>
            <a:ext cx="3848017" cy="551305"/>
          </a:xfrm>
        </p:spPr>
        <p:txBody>
          <a:bodyPr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defRPr lang="en-US" sz="3200" b="1" i="0" kern="1200" dirty="0" smtClean="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0AB757-881D-48FD-BD01-EA5C74415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CFC6B932-6554-BBF0-2E7B-7E4E980609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5311" y="1025149"/>
            <a:ext cx="2817100" cy="4041815"/>
          </a:xfrm>
          <a:prstGeom prst="roundRect">
            <a:avLst>
              <a:gd name="adj" fmla="val 2892"/>
            </a:avLst>
          </a:prstGeom>
          <a:solidFill>
            <a:schemeClr val="bg1">
              <a:lumMod val="85000"/>
            </a:schemeClr>
          </a:solidFill>
          <a:ln w="25400">
            <a:noFill/>
          </a:ln>
        </p:spPr>
        <p:txBody>
          <a:bodyPr wrap="square" bIns="91440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5B67F4-0C6B-7962-6763-C12F541B4B17}"/>
              </a:ext>
            </a:extLst>
          </p:cNvPr>
          <p:cNvSpPr/>
          <p:nvPr userDrawn="1"/>
        </p:nvSpPr>
        <p:spPr>
          <a:xfrm>
            <a:off x="387826" y="922758"/>
            <a:ext cx="3012070" cy="4246598"/>
          </a:xfrm>
          <a:prstGeom prst="roundRect">
            <a:avLst>
              <a:gd name="adj" fmla="val 3933"/>
            </a:avLst>
          </a:prstGeom>
          <a:noFill/>
          <a:ln w="19050" cap="rnd">
            <a:gradFill>
              <a:gsLst>
                <a:gs pos="100000">
                  <a:schemeClr val="accent5"/>
                </a:gs>
                <a:gs pos="0">
                  <a:schemeClr val="accent2"/>
                </a:gs>
              </a:gsLst>
              <a:lin ang="15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4021206-7CB8-485A-07C7-6214F14BD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80557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E1E06C00-5C96-46BF-0C15-A233446531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65226" y="2975368"/>
            <a:ext cx="622238" cy="6232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71" name="Picture Placeholder 61">
            <a:extLst>
              <a:ext uri="{FF2B5EF4-FFF2-40B4-BE49-F238E27FC236}">
                <a16:creationId xmlns:a16="http://schemas.microsoft.com/office/drawing/2014/main" id="{2162EB80-7E07-A7BD-189B-EB56FE4FAC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485202" y="2975368"/>
            <a:ext cx="622238" cy="6232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B98C48-F9E7-3E49-BA87-606088E8D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06FC93-F7DB-AA4F-AFF5-219AF53BD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88" y="546652"/>
            <a:ext cx="11274424" cy="604561"/>
          </a:xfrm>
          <a:prstGeom prst="rect">
            <a:avLst/>
          </a:prstGeom>
        </p:spPr>
        <p:txBody>
          <a:bodyPr anchor="t"/>
          <a:lstStyle>
            <a:lvl1pPr algn="ctr">
              <a:defRPr lang="en-US" sz="3400" b="1" i="0" kern="1200" baseline="0" dirty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11EBDBF-6CF5-D9A4-D634-1B834E604E02}"/>
              </a:ext>
            </a:extLst>
          </p:cNvPr>
          <p:cNvCxnSpPr>
            <a:cxnSpLocks/>
            <a:stCxn id="62" idx="4"/>
            <a:endCxn id="71" idx="0"/>
          </p:cNvCxnSpPr>
          <p:nvPr userDrawn="1"/>
        </p:nvCxnSpPr>
        <p:spPr>
          <a:xfrm rot="16200000" flipH="1">
            <a:off x="8126873" y="305920"/>
            <a:ext cx="648342" cy="4690553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F33E30C1-6748-08F7-13C8-1F84EACD07CD}"/>
              </a:ext>
            </a:extLst>
          </p:cNvPr>
          <p:cNvCxnSpPr>
            <a:cxnSpLocks/>
            <a:stCxn id="62" idx="4"/>
            <a:endCxn id="78" idx="0"/>
          </p:cNvCxnSpPr>
          <p:nvPr userDrawn="1"/>
        </p:nvCxnSpPr>
        <p:spPr>
          <a:xfrm rot="5400000">
            <a:off x="3416886" y="286486"/>
            <a:ext cx="648342" cy="4729423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14626CCE-A384-EA7F-115F-7BDEF5F5D1FF}"/>
              </a:ext>
            </a:extLst>
          </p:cNvPr>
          <p:cNvCxnSpPr>
            <a:cxnSpLocks/>
            <a:stCxn id="62" idx="4"/>
            <a:endCxn id="63" idx="0"/>
          </p:cNvCxnSpPr>
          <p:nvPr userDrawn="1"/>
        </p:nvCxnSpPr>
        <p:spPr>
          <a:xfrm rot="5400000">
            <a:off x="4980652" y="1850252"/>
            <a:ext cx="648342" cy="1601891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A429BF80-A8C9-7D17-E3B1-D912EA834ACF}"/>
              </a:ext>
            </a:extLst>
          </p:cNvPr>
          <p:cNvCxnSpPr>
            <a:cxnSpLocks/>
            <a:stCxn id="62" idx="4"/>
            <a:endCxn id="67" idx="0"/>
          </p:cNvCxnSpPr>
          <p:nvPr userDrawn="1"/>
        </p:nvCxnSpPr>
        <p:spPr>
          <a:xfrm rot="16200000" flipH="1">
            <a:off x="6574821" y="1857972"/>
            <a:ext cx="648342" cy="1586449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37622F7-4C8D-9254-8EB4-51A4D9B8E0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9122" y="1552474"/>
            <a:ext cx="773292" cy="77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3" name="Picture Placeholder 61">
            <a:extLst>
              <a:ext uri="{FF2B5EF4-FFF2-40B4-BE49-F238E27FC236}">
                <a16:creationId xmlns:a16="http://schemas.microsoft.com/office/drawing/2014/main" id="{F8AB6684-C8A2-F86B-5164-4579BC6EE74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2758" y="2975368"/>
            <a:ext cx="622238" cy="6232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7" name="Picture Placeholder 61">
            <a:extLst>
              <a:ext uri="{FF2B5EF4-FFF2-40B4-BE49-F238E27FC236}">
                <a16:creationId xmlns:a16="http://schemas.microsoft.com/office/drawing/2014/main" id="{D2347C24-5C71-169A-B97E-932F8E82A0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81098" y="2975368"/>
            <a:ext cx="622238" cy="6232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00" name="Picture Placeholder 61">
            <a:extLst>
              <a:ext uri="{FF2B5EF4-FFF2-40B4-BE49-F238E27FC236}">
                <a16:creationId xmlns:a16="http://schemas.microsoft.com/office/drawing/2014/main" id="{DEBCA013-03C7-F4DC-D978-F5ECBBE4D25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6022" y="4235705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01" name="Picture Placeholder 61">
            <a:extLst>
              <a:ext uri="{FF2B5EF4-FFF2-40B4-BE49-F238E27FC236}">
                <a16:creationId xmlns:a16="http://schemas.microsoft.com/office/drawing/2014/main" id="{57C4B12A-8693-B1FA-9082-66EF79431B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56022" y="4843900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71868CD3-23B5-C475-3452-EC20B48127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96137" y="1685907"/>
            <a:ext cx="2665947" cy="268279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08" name="Text Placeholder 106">
            <a:extLst>
              <a:ext uri="{FF2B5EF4-FFF2-40B4-BE49-F238E27FC236}">
                <a16:creationId xmlns:a16="http://schemas.microsoft.com/office/drawing/2014/main" id="{B242F262-41A8-98E4-4C90-86F975BF6C0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96137" y="2018267"/>
            <a:ext cx="2665947" cy="18447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33" name="Text Placeholder 106">
            <a:extLst>
              <a:ext uri="{FF2B5EF4-FFF2-40B4-BE49-F238E27FC236}">
                <a16:creationId xmlns:a16="http://schemas.microsoft.com/office/drawing/2014/main" id="{1598750E-644F-5C29-2E14-5F5AB30B66D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0773" y="3695572"/>
            <a:ext cx="1791146" cy="201274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4" name="Text Placeholder 106">
            <a:extLst>
              <a:ext uri="{FF2B5EF4-FFF2-40B4-BE49-F238E27FC236}">
                <a16:creationId xmlns:a16="http://schemas.microsoft.com/office/drawing/2014/main" id="{67E58AD9-6A9D-FF2C-3690-B9F575B049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0773" y="3927038"/>
            <a:ext cx="1791146" cy="167675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35" name="Text Placeholder 106">
            <a:extLst>
              <a:ext uri="{FF2B5EF4-FFF2-40B4-BE49-F238E27FC236}">
                <a16:creationId xmlns:a16="http://schemas.microsoft.com/office/drawing/2014/main" id="{30B01DEB-BAE1-E216-F5E7-CD29E4B513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08305" y="3695572"/>
            <a:ext cx="1791146" cy="201274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6" name="Text Placeholder 106">
            <a:extLst>
              <a:ext uri="{FF2B5EF4-FFF2-40B4-BE49-F238E27FC236}">
                <a16:creationId xmlns:a16="http://schemas.microsoft.com/office/drawing/2014/main" id="{58313E37-160B-0247-C244-0ECE94DDD8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8305" y="3927038"/>
            <a:ext cx="1791146" cy="167675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37" name="Text Placeholder 106">
            <a:extLst>
              <a:ext uri="{FF2B5EF4-FFF2-40B4-BE49-F238E27FC236}">
                <a16:creationId xmlns:a16="http://schemas.microsoft.com/office/drawing/2014/main" id="{0683DD23-FBE9-54C4-A283-353A4C0EFC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6645" y="3695572"/>
            <a:ext cx="1791146" cy="201274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8" name="Text Placeholder 106">
            <a:extLst>
              <a:ext uri="{FF2B5EF4-FFF2-40B4-BE49-F238E27FC236}">
                <a16:creationId xmlns:a16="http://schemas.microsoft.com/office/drawing/2014/main" id="{3379AF6A-636E-E96E-6995-98022504881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6645" y="3927038"/>
            <a:ext cx="1791146" cy="167675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39" name="Text Placeholder 106">
            <a:extLst>
              <a:ext uri="{FF2B5EF4-FFF2-40B4-BE49-F238E27FC236}">
                <a16:creationId xmlns:a16="http://schemas.microsoft.com/office/drawing/2014/main" id="{3F80EE11-8225-BE9C-7B56-4254DBB4A6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900748" y="3695572"/>
            <a:ext cx="1791146" cy="201274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0" name="Text Placeholder 106">
            <a:extLst>
              <a:ext uri="{FF2B5EF4-FFF2-40B4-BE49-F238E27FC236}">
                <a16:creationId xmlns:a16="http://schemas.microsoft.com/office/drawing/2014/main" id="{653CD528-C276-39EB-FFE5-E4B95EF450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0748" y="3927038"/>
            <a:ext cx="1791146" cy="167675"/>
          </a:xfrm>
        </p:spPr>
        <p:txBody>
          <a:bodyPr wrap="square">
            <a:spAutoFit/>
          </a:bodyPr>
          <a:lstStyle>
            <a:lvl1pPr marL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37" name="Picture Placeholder 61">
            <a:extLst>
              <a:ext uri="{FF2B5EF4-FFF2-40B4-BE49-F238E27FC236}">
                <a16:creationId xmlns:a16="http://schemas.microsoft.com/office/drawing/2014/main" id="{21351925-BBFA-E4D6-60D9-5E7B598523E4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56022" y="5452063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69" name="Text Placeholder 106">
            <a:extLst>
              <a:ext uri="{FF2B5EF4-FFF2-40B4-BE49-F238E27FC236}">
                <a16:creationId xmlns:a16="http://schemas.microsoft.com/office/drawing/2014/main" id="{A5E78EAA-BEFE-8C53-207C-B94CEBC36D85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082856" y="4298495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70" name="Text Placeholder 106">
            <a:extLst>
              <a:ext uri="{FF2B5EF4-FFF2-40B4-BE49-F238E27FC236}">
                <a16:creationId xmlns:a16="http://schemas.microsoft.com/office/drawing/2014/main" id="{054236F0-7672-585A-0291-E62BC8293B09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082856" y="4487436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71" name="Text Placeholder 106">
            <a:extLst>
              <a:ext uri="{FF2B5EF4-FFF2-40B4-BE49-F238E27FC236}">
                <a16:creationId xmlns:a16="http://schemas.microsoft.com/office/drawing/2014/main" id="{9D47F828-3BD7-9D62-38FC-80C1AF6691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082856" y="4921746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72" name="Text Placeholder 106">
            <a:extLst>
              <a:ext uri="{FF2B5EF4-FFF2-40B4-BE49-F238E27FC236}">
                <a16:creationId xmlns:a16="http://schemas.microsoft.com/office/drawing/2014/main" id="{B22357BE-93BD-D121-83D4-D6E079E4243C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082856" y="5110687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73" name="Text Placeholder 106">
            <a:extLst>
              <a:ext uri="{FF2B5EF4-FFF2-40B4-BE49-F238E27FC236}">
                <a16:creationId xmlns:a16="http://schemas.microsoft.com/office/drawing/2014/main" id="{FC8DC685-695C-DE50-EABD-C264C613CA1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082856" y="5529909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74" name="Text Placeholder 106">
            <a:extLst>
              <a:ext uri="{FF2B5EF4-FFF2-40B4-BE49-F238E27FC236}">
                <a16:creationId xmlns:a16="http://schemas.microsoft.com/office/drawing/2014/main" id="{9304126E-C452-FE28-1F2B-32B398B2045C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082856" y="5718850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77" name="Picture Placeholder 61">
            <a:extLst>
              <a:ext uri="{FF2B5EF4-FFF2-40B4-BE49-F238E27FC236}">
                <a16:creationId xmlns:a16="http://schemas.microsoft.com/office/drawing/2014/main" id="{CF7F5FA7-128A-275A-7E5D-ED2B2F01BBFD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6863814" y="4235705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78" name="Picture Placeholder 61">
            <a:extLst>
              <a:ext uri="{FF2B5EF4-FFF2-40B4-BE49-F238E27FC236}">
                <a16:creationId xmlns:a16="http://schemas.microsoft.com/office/drawing/2014/main" id="{726E621B-BE6A-6DCF-135F-9207C21F8EB3}"/>
              </a:ext>
            </a:extLst>
          </p:cNvPr>
          <p:cNvSpPr>
            <a:spLocks noGrp="1"/>
          </p:cNvSpPr>
          <p:nvPr>
            <p:ph type="pic" sz="quarter" idx="128" hasCustomPrompt="1"/>
          </p:nvPr>
        </p:nvSpPr>
        <p:spPr>
          <a:xfrm>
            <a:off x="6863814" y="4843900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79" name="Picture Placeholder 61">
            <a:extLst>
              <a:ext uri="{FF2B5EF4-FFF2-40B4-BE49-F238E27FC236}">
                <a16:creationId xmlns:a16="http://schemas.microsoft.com/office/drawing/2014/main" id="{AB599F77-ED6B-6251-19B0-5093D4CE152B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3679163" y="4235705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80" name="Picture Placeholder 61">
            <a:extLst>
              <a:ext uri="{FF2B5EF4-FFF2-40B4-BE49-F238E27FC236}">
                <a16:creationId xmlns:a16="http://schemas.microsoft.com/office/drawing/2014/main" id="{B90E888D-52E3-7CAD-4B61-D8D712A47890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3679163" y="4843900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81" name="Text Placeholder 106">
            <a:extLst>
              <a:ext uri="{FF2B5EF4-FFF2-40B4-BE49-F238E27FC236}">
                <a16:creationId xmlns:a16="http://schemas.microsoft.com/office/drawing/2014/main" id="{777BA13D-529F-9513-9C24-F1457D6CABA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4207556" y="4298495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2" name="Text Placeholder 106">
            <a:extLst>
              <a:ext uri="{FF2B5EF4-FFF2-40B4-BE49-F238E27FC236}">
                <a16:creationId xmlns:a16="http://schemas.microsoft.com/office/drawing/2014/main" id="{DC0CECF7-907A-6EB7-20E0-D5B54B9B8C0A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207556" y="4487436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83" name="Text Placeholder 106">
            <a:extLst>
              <a:ext uri="{FF2B5EF4-FFF2-40B4-BE49-F238E27FC236}">
                <a16:creationId xmlns:a16="http://schemas.microsoft.com/office/drawing/2014/main" id="{339E2A2B-5573-01B4-8835-16BE0A57F36B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4207556" y="4921746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4" name="Text Placeholder 106">
            <a:extLst>
              <a:ext uri="{FF2B5EF4-FFF2-40B4-BE49-F238E27FC236}">
                <a16:creationId xmlns:a16="http://schemas.microsoft.com/office/drawing/2014/main" id="{743AADA3-8533-9F56-57B2-F9F450D3F683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4207556" y="5110687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85" name="Picture Placeholder 61">
            <a:extLst>
              <a:ext uri="{FF2B5EF4-FFF2-40B4-BE49-F238E27FC236}">
                <a16:creationId xmlns:a16="http://schemas.microsoft.com/office/drawing/2014/main" id="{6A5E2B5D-BEA4-D9D2-8289-878E37D0D2A9}"/>
              </a:ext>
            </a:extLst>
          </p:cNvPr>
          <p:cNvSpPr>
            <a:spLocks noGrp="1"/>
          </p:cNvSpPr>
          <p:nvPr>
            <p:ph type="pic" sz="quarter" idx="135" hasCustomPrompt="1"/>
          </p:nvPr>
        </p:nvSpPr>
        <p:spPr>
          <a:xfrm>
            <a:off x="6863814" y="5452063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86" name="Picture Placeholder 61">
            <a:extLst>
              <a:ext uri="{FF2B5EF4-FFF2-40B4-BE49-F238E27FC236}">
                <a16:creationId xmlns:a16="http://schemas.microsoft.com/office/drawing/2014/main" id="{DC6A00CE-4932-E32D-1570-754335179B42}"/>
              </a:ext>
            </a:extLst>
          </p:cNvPr>
          <p:cNvSpPr>
            <a:spLocks noGrp="1"/>
          </p:cNvSpPr>
          <p:nvPr>
            <p:ph type="pic" sz="quarter" idx="136" hasCustomPrompt="1"/>
          </p:nvPr>
        </p:nvSpPr>
        <p:spPr>
          <a:xfrm>
            <a:off x="3679163" y="5452063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287" name="Text Placeholder 106">
            <a:extLst>
              <a:ext uri="{FF2B5EF4-FFF2-40B4-BE49-F238E27FC236}">
                <a16:creationId xmlns:a16="http://schemas.microsoft.com/office/drawing/2014/main" id="{71769738-FA31-AFB7-5369-0E3222888C5F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4207556" y="5529909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8" name="Text Placeholder 106">
            <a:extLst>
              <a:ext uri="{FF2B5EF4-FFF2-40B4-BE49-F238E27FC236}">
                <a16:creationId xmlns:a16="http://schemas.microsoft.com/office/drawing/2014/main" id="{79C8C696-D237-064F-EE4E-5223469B6E71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207556" y="5718850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93" name="Text Placeholder 106">
            <a:extLst>
              <a:ext uri="{FF2B5EF4-FFF2-40B4-BE49-F238E27FC236}">
                <a16:creationId xmlns:a16="http://schemas.microsoft.com/office/drawing/2014/main" id="{4FFF7ED8-C8A1-DF12-730A-F10C06D9764D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7390648" y="4298495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94" name="Text Placeholder 106">
            <a:extLst>
              <a:ext uri="{FF2B5EF4-FFF2-40B4-BE49-F238E27FC236}">
                <a16:creationId xmlns:a16="http://schemas.microsoft.com/office/drawing/2014/main" id="{7EF9B99E-C019-A5CB-ABA5-E8265E000E55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7390648" y="4487436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95" name="Text Placeholder 106">
            <a:extLst>
              <a:ext uri="{FF2B5EF4-FFF2-40B4-BE49-F238E27FC236}">
                <a16:creationId xmlns:a16="http://schemas.microsoft.com/office/drawing/2014/main" id="{63C02CFD-75F6-E9D0-AEA6-28E8F751EE8E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7390648" y="4921746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96" name="Text Placeholder 106">
            <a:extLst>
              <a:ext uri="{FF2B5EF4-FFF2-40B4-BE49-F238E27FC236}">
                <a16:creationId xmlns:a16="http://schemas.microsoft.com/office/drawing/2014/main" id="{BDE39B9E-5C74-DAEB-15E8-948BBBD98E7C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7390648" y="5110687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97" name="Text Placeholder 106">
            <a:extLst>
              <a:ext uri="{FF2B5EF4-FFF2-40B4-BE49-F238E27FC236}">
                <a16:creationId xmlns:a16="http://schemas.microsoft.com/office/drawing/2014/main" id="{CFD31891-22DC-20DB-1AB2-C0F3F9E8D04F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7390648" y="5529909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98" name="Text Placeholder 106">
            <a:extLst>
              <a:ext uri="{FF2B5EF4-FFF2-40B4-BE49-F238E27FC236}">
                <a16:creationId xmlns:a16="http://schemas.microsoft.com/office/drawing/2014/main" id="{164F7103-4A1C-D0D5-83D8-381E1E535732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7390648" y="5718850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03" name="Picture Placeholder 61">
            <a:extLst>
              <a:ext uri="{FF2B5EF4-FFF2-40B4-BE49-F238E27FC236}">
                <a16:creationId xmlns:a16="http://schemas.microsoft.com/office/drawing/2014/main" id="{3C26FB9E-887D-DA9A-659F-A300F9966423}"/>
              </a:ext>
            </a:extLst>
          </p:cNvPr>
          <p:cNvSpPr>
            <a:spLocks noGrp="1"/>
          </p:cNvSpPr>
          <p:nvPr>
            <p:ph type="pic" sz="quarter" idx="153" hasCustomPrompt="1"/>
          </p:nvPr>
        </p:nvSpPr>
        <p:spPr>
          <a:xfrm>
            <a:off x="9975997" y="4235705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04" name="Picture Placeholder 61">
            <a:extLst>
              <a:ext uri="{FF2B5EF4-FFF2-40B4-BE49-F238E27FC236}">
                <a16:creationId xmlns:a16="http://schemas.microsoft.com/office/drawing/2014/main" id="{6DD9CF7E-1EDF-AD15-C287-9E0018669293}"/>
              </a:ext>
            </a:extLst>
          </p:cNvPr>
          <p:cNvSpPr>
            <a:spLocks noGrp="1"/>
          </p:cNvSpPr>
          <p:nvPr>
            <p:ph type="pic" sz="quarter" idx="154" hasCustomPrompt="1"/>
          </p:nvPr>
        </p:nvSpPr>
        <p:spPr>
          <a:xfrm>
            <a:off x="9975997" y="4843900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05" name="Text Placeholder 106">
            <a:extLst>
              <a:ext uri="{FF2B5EF4-FFF2-40B4-BE49-F238E27FC236}">
                <a16:creationId xmlns:a16="http://schemas.microsoft.com/office/drawing/2014/main" id="{E279DE76-8C21-AD49-AD6A-DF998CD0C1A9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10504390" y="4298495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6" name="Text Placeholder 106">
            <a:extLst>
              <a:ext uri="{FF2B5EF4-FFF2-40B4-BE49-F238E27FC236}">
                <a16:creationId xmlns:a16="http://schemas.microsoft.com/office/drawing/2014/main" id="{B17BD216-552A-2C7D-B0F0-8497B8EB23E3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10504390" y="4487436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07" name="Text Placeholder 106">
            <a:extLst>
              <a:ext uri="{FF2B5EF4-FFF2-40B4-BE49-F238E27FC236}">
                <a16:creationId xmlns:a16="http://schemas.microsoft.com/office/drawing/2014/main" id="{D3E2E74D-0F79-5915-98CD-49870D7F7710}"/>
              </a:ext>
            </a:extLst>
          </p:cNvPr>
          <p:cNvSpPr>
            <a:spLocks noGrp="1"/>
          </p:cNvSpPr>
          <p:nvPr>
            <p:ph type="body" sz="quarter" idx="157" hasCustomPrompt="1"/>
          </p:nvPr>
        </p:nvSpPr>
        <p:spPr>
          <a:xfrm>
            <a:off x="10504390" y="4921746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8" name="Text Placeholder 106">
            <a:extLst>
              <a:ext uri="{FF2B5EF4-FFF2-40B4-BE49-F238E27FC236}">
                <a16:creationId xmlns:a16="http://schemas.microsoft.com/office/drawing/2014/main" id="{C08E24E1-840A-AC73-7406-C8B3909ACE59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10504390" y="5110687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10" name="Picture Placeholder 61">
            <a:extLst>
              <a:ext uri="{FF2B5EF4-FFF2-40B4-BE49-F238E27FC236}">
                <a16:creationId xmlns:a16="http://schemas.microsoft.com/office/drawing/2014/main" id="{C279628D-5E80-813B-403C-F58320FB6CB7}"/>
              </a:ext>
            </a:extLst>
          </p:cNvPr>
          <p:cNvSpPr>
            <a:spLocks noGrp="1"/>
          </p:cNvSpPr>
          <p:nvPr>
            <p:ph type="pic" sz="quarter" idx="160" hasCustomPrompt="1"/>
          </p:nvPr>
        </p:nvSpPr>
        <p:spPr>
          <a:xfrm>
            <a:off x="9975997" y="5452063"/>
            <a:ext cx="439356" cy="4400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spcBef>
                <a:spcPts val="0"/>
              </a:spcBef>
              <a:defRPr sz="7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311" name="Text Placeholder 106">
            <a:extLst>
              <a:ext uri="{FF2B5EF4-FFF2-40B4-BE49-F238E27FC236}">
                <a16:creationId xmlns:a16="http://schemas.microsoft.com/office/drawing/2014/main" id="{504FB803-4DBE-5EE7-7BE5-CCBF5A0ABB2C}"/>
              </a:ext>
            </a:extLst>
          </p:cNvPr>
          <p:cNvSpPr>
            <a:spLocks noGrp="1"/>
          </p:cNvSpPr>
          <p:nvPr>
            <p:ph type="body" sz="quarter" idx="161" hasCustomPrompt="1"/>
          </p:nvPr>
        </p:nvSpPr>
        <p:spPr>
          <a:xfrm>
            <a:off x="10504390" y="5529909"/>
            <a:ext cx="1244768" cy="167675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0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12" name="Text Placeholder 106">
            <a:extLst>
              <a:ext uri="{FF2B5EF4-FFF2-40B4-BE49-F238E27FC236}">
                <a16:creationId xmlns:a16="http://schemas.microsoft.com/office/drawing/2014/main" id="{96EE039F-6449-7C26-9EC2-5C2ADCF1D98D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10504390" y="5718850"/>
            <a:ext cx="1244768" cy="117340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7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415BF35-0FF1-4F82-7D63-C6664F1F5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21909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39610B91-70A9-BF5D-06DD-EFC2593AAF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70193" y="4867691"/>
            <a:ext cx="819158" cy="82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E1E06C00-5C96-46BF-0C15-A233446531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70193" y="3820099"/>
            <a:ext cx="819158" cy="82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B98C48-F9E7-3E49-BA87-606088E8D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06FC93-F7DB-AA4F-AFF5-219AF53BD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88" y="546652"/>
            <a:ext cx="11274424" cy="604561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D308F63-C087-9670-5FC1-82FB4EA015D6}"/>
              </a:ext>
            </a:extLst>
          </p:cNvPr>
          <p:cNvCxnSpPr>
            <a:cxnSpLocks/>
            <a:stCxn id="62" idx="6"/>
            <a:endCxn id="77" idx="2"/>
          </p:cNvCxnSpPr>
          <p:nvPr userDrawn="1"/>
        </p:nvCxnSpPr>
        <p:spPr>
          <a:xfrm>
            <a:off x="4996543" y="3670475"/>
            <a:ext cx="1473650" cy="1607462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F33E30C1-6748-08F7-13C8-1F84EACD07CD}"/>
              </a:ext>
            </a:extLst>
          </p:cNvPr>
          <p:cNvCxnSpPr>
            <a:cxnSpLocks/>
            <a:stCxn id="62" idx="6"/>
            <a:endCxn id="78" idx="2"/>
          </p:cNvCxnSpPr>
          <p:nvPr userDrawn="1"/>
        </p:nvCxnSpPr>
        <p:spPr>
          <a:xfrm>
            <a:off x="4996543" y="3670475"/>
            <a:ext cx="1473650" cy="559870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14626CCE-A384-EA7F-115F-7BDEF5F5D1FF}"/>
              </a:ext>
            </a:extLst>
          </p:cNvPr>
          <p:cNvCxnSpPr>
            <a:cxnSpLocks/>
            <a:stCxn id="62" idx="6"/>
            <a:endCxn id="63" idx="2"/>
          </p:cNvCxnSpPr>
          <p:nvPr userDrawn="1"/>
        </p:nvCxnSpPr>
        <p:spPr>
          <a:xfrm flipV="1">
            <a:off x="4996543" y="3182754"/>
            <a:ext cx="1473650" cy="487721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A429BF80-A8C9-7D17-E3B1-D912EA834ACF}"/>
              </a:ext>
            </a:extLst>
          </p:cNvPr>
          <p:cNvCxnSpPr>
            <a:cxnSpLocks/>
            <a:stCxn id="62" idx="6"/>
            <a:endCxn id="67" idx="2"/>
          </p:cNvCxnSpPr>
          <p:nvPr userDrawn="1"/>
        </p:nvCxnSpPr>
        <p:spPr>
          <a:xfrm flipV="1">
            <a:off x="4996543" y="2135163"/>
            <a:ext cx="1473650" cy="1535312"/>
          </a:xfrm>
          <a:prstGeom prst="bentConnector3">
            <a:avLst>
              <a:gd name="adj1" fmla="val 5000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37622F7-4C8D-9254-8EB4-51A4D9B8E0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78623" y="3110604"/>
            <a:ext cx="1117920" cy="11197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3" name="Picture Placeholder 61">
            <a:extLst>
              <a:ext uri="{FF2B5EF4-FFF2-40B4-BE49-F238E27FC236}">
                <a16:creationId xmlns:a16="http://schemas.microsoft.com/office/drawing/2014/main" id="{F8AB6684-C8A2-F86B-5164-4579BC6EE74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0193" y="2772508"/>
            <a:ext cx="819158" cy="82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7" name="Picture Placeholder 61">
            <a:extLst>
              <a:ext uri="{FF2B5EF4-FFF2-40B4-BE49-F238E27FC236}">
                <a16:creationId xmlns:a16="http://schemas.microsoft.com/office/drawing/2014/main" id="{D2347C24-5C71-169A-B97E-932F8E82A0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0193" y="1724917"/>
            <a:ext cx="819158" cy="82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50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71868CD3-23B5-C475-3452-EC20B48127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29931" y="1854982"/>
            <a:ext cx="2665947" cy="268279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08" name="Text Placeholder 106">
            <a:extLst>
              <a:ext uri="{FF2B5EF4-FFF2-40B4-BE49-F238E27FC236}">
                <a16:creationId xmlns:a16="http://schemas.microsoft.com/office/drawing/2014/main" id="{B242F262-41A8-98E4-4C90-86F975BF6C0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29931" y="2187342"/>
            <a:ext cx="2665947" cy="18447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2" name="Text Placeholder 106">
            <a:extLst>
              <a:ext uri="{FF2B5EF4-FFF2-40B4-BE49-F238E27FC236}">
                <a16:creationId xmlns:a16="http://schemas.microsoft.com/office/drawing/2014/main" id="{2ADAD4AE-3826-7389-816B-105626A8D4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29931" y="2892597"/>
            <a:ext cx="2665947" cy="268279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3" name="Text Placeholder 106">
            <a:extLst>
              <a:ext uri="{FF2B5EF4-FFF2-40B4-BE49-F238E27FC236}">
                <a16:creationId xmlns:a16="http://schemas.microsoft.com/office/drawing/2014/main" id="{F9DB0C0E-FEC9-E218-FCED-9ACA328130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29931" y="3224957"/>
            <a:ext cx="2665947" cy="18447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4" name="Text Placeholder 106">
            <a:extLst>
              <a:ext uri="{FF2B5EF4-FFF2-40B4-BE49-F238E27FC236}">
                <a16:creationId xmlns:a16="http://schemas.microsoft.com/office/drawing/2014/main" id="{7D7694B4-EF11-480B-B7AC-A3696DE8FE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29931" y="3950482"/>
            <a:ext cx="2665947" cy="268279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1" name="Text Placeholder 106">
            <a:extLst>
              <a:ext uri="{FF2B5EF4-FFF2-40B4-BE49-F238E27FC236}">
                <a16:creationId xmlns:a16="http://schemas.microsoft.com/office/drawing/2014/main" id="{38DDFA8E-F1BE-B6F8-3C0F-3F6BB1CA15F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9931" y="4282842"/>
            <a:ext cx="2665947" cy="18447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4" name="Text Placeholder 106">
            <a:extLst>
              <a:ext uri="{FF2B5EF4-FFF2-40B4-BE49-F238E27FC236}">
                <a16:creationId xmlns:a16="http://schemas.microsoft.com/office/drawing/2014/main" id="{90944268-5F82-F0E5-4413-5EE78F18DAB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529931" y="4988097"/>
            <a:ext cx="2665947" cy="268279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Text Placeholder 106">
            <a:extLst>
              <a:ext uri="{FF2B5EF4-FFF2-40B4-BE49-F238E27FC236}">
                <a16:creationId xmlns:a16="http://schemas.microsoft.com/office/drawing/2014/main" id="{A7ED3F4A-AE45-BA7F-7EFD-77AAA8DC2D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29931" y="5320457"/>
            <a:ext cx="2665947" cy="184474"/>
          </a:xfrm>
        </p:spPr>
        <p:txBody>
          <a:bodyPr wrap="square">
            <a:spAutoFit/>
          </a:bodyPr>
          <a:lstStyle>
            <a:lvl1pPr marL="0" algn="l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6" name="Text Placeholder 106">
            <a:extLst>
              <a:ext uri="{FF2B5EF4-FFF2-40B4-BE49-F238E27FC236}">
                <a16:creationId xmlns:a16="http://schemas.microsoft.com/office/drawing/2014/main" id="{D5DFE751-5FFC-CDC3-0852-C50B601AD1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25416" y="3396216"/>
            <a:ext cx="2436613" cy="268279"/>
          </a:xfrm>
        </p:spPr>
        <p:txBody>
          <a:bodyPr wrap="square">
            <a:spAutoFit/>
          </a:bodyPr>
          <a:lstStyle>
            <a:lvl1pPr marL="0" algn="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Text Placeholder 106">
            <a:extLst>
              <a:ext uri="{FF2B5EF4-FFF2-40B4-BE49-F238E27FC236}">
                <a16:creationId xmlns:a16="http://schemas.microsoft.com/office/drawing/2014/main" id="{F09EFC88-C283-5182-900C-B2C6003B19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25416" y="3728576"/>
            <a:ext cx="2436613" cy="184474"/>
          </a:xfrm>
        </p:spPr>
        <p:txBody>
          <a:bodyPr wrap="square">
            <a:spAutoFit/>
          </a:bodyPr>
          <a:lstStyle>
            <a:lvl1pPr marL="0" algn="r" defTabSz="457200" rtl="0" eaLnBrk="1" latinLnBrk="0" hangingPunct="1">
              <a:lnSpc>
                <a:spcPct val="120000"/>
              </a:lnSpc>
              <a:spcBef>
                <a:spcPts val="0"/>
              </a:spcBef>
              <a:defRPr lang="en-US" sz="1100" b="0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1pPr>
            <a:lvl2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2pPr>
            <a:lvl3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3pPr>
            <a:lvl4pPr marL="0" algn="ctr" defTabSz="457200" rtl="0" eaLnBrk="1" latinLnBrk="0" hangingPunct="1">
              <a:lnSpc>
                <a:spcPct val="120000"/>
              </a:lnSpc>
              <a:defRPr lang="en-US" sz="1200" b="1" kern="1200" dirty="0" smtClean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4pPr>
            <a:lvl5pPr marL="0" indent="0" algn="ctr" defTabSz="457200" rtl="0" eaLnBrk="1" latinLnBrk="0" hangingPunct="1">
              <a:lnSpc>
                <a:spcPct val="120000"/>
              </a:lnSpc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Roboto Medium"/>
                <a:cs typeface="Roboto Medium"/>
                <a:sym typeface="Roboto Medium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19AC34E-C611-EBAC-2853-A124E72B9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664321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ody, 4-ic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590291FA-FFEB-790F-64FA-3812C35E30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35214" y="4831460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089B5138-4AE7-850C-7D0B-C4B90852F6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86200" y="4831460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C48D4973-622D-F6ED-E694-E87BFE740F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35214" y="2346930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D5A734C1-9EE2-12ED-1A4D-5F8DBE660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86200" y="2346930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9F09533F-AE52-23E4-AC8A-673C7E7E2EB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9997" y="3012209"/>
            <a:ext cx="3626607" cy="14575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b="1" kern="1200" dirty="0" smtClean="0">
                <a:solidFill>
                  <a:schemeClr val="accent3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 a </a:t>
            </a:r>
            <a:r>
              <a:rPr lang="en-US" err="1"/>
              <a:t>pellentesque</a:t>
            </a:r>
            <a:r>
              <a:rPr lang="en-US"/>
              <a:t>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8C998C-04F2-3A25-B220-D47A7AA8BE6C}"/>
              </a:ext>
            </a:extLst>
          </p:cNvPr>
          <p:cNvSpPr/>
          <p:nvPr userDrawn="1"/>
        </p:nvSpPr>
        <p:spPr>
          <a:xfrm rot="5400000">
            <a:off x="480794" y="1274730"/>
            <a:ext cx="1468321" cy="1468321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DC8114FB-4D8C-0764-7952-2C03CAC041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998" y="1761410"/>
            <a:ext cx="3626606" cy="1040466"/>
          </a:xfr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i="0" kern="1200" cap="none" spc="0" baseline="0" dirty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slide title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73C9441-F5DC-334B-E616-3A3850D096F4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5935214" y="1274764"/>
            <a:ext cx="817667" cy="81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Content Placeholder 36">
            <a:extLst>
              <a:ext uri="{FF2B5EF4-FFF2-40B4-BE49-F238E27FC236}">
                <a16:creationId xmlns:a16="http://schemas.microsoft.com/office/drawing/2014/main" id="{26DAD648-7CB4-5881-AB06-9B9B143A542A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5935214" y="3759293"/>
            <a:ext cx="817667" cy="81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Content Placeholder 36">
            <a:extLst>
              <a:ext uri="{FF2B5EF4-FFF2-40B4-BE49-F238E27FC236}">
                <a16:creationId xmlns:a16="http://schemas.microsoft.com/office/drawing/2014/main" id="{8FEE5BE8-006E-9328-DE13-072CD0F77616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9286199" y="1274764"/>
            <a:ext cx="817667" cy="81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Content Placeholder 36">
            <a:extLst>
              <a:ext uri="{FF2B5EF4-FFF2-40B4-BE49-F238E27FC236}">
                <a16:creationId xmlns:a16="http://schemas.microsoft.com/office/drawing/2014/main" id="{8002BDD1-4057-47FF-453D-ED3A66FEB246}"/>
              </a:ext>
            </a:extLst>
          </p:cNvPr>
          <p:cNvSpPr>
            <a:spLocks noGrp="1"/>
          </p:cNvSpPr>
          <p:nvPr>
            <p:ph sz="quarter" idx="47"/>
          </p:nvPr>
        </p:nvSpPr>
        <p:spPr>
          <a:xfrm>
            <a:off x="9286199" y="3759293"/>
            <a:ext cx="817667" cy="81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B723C3-1881-963B-F3AB-2C456BD41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373ED5B-97C1-9AC5-1C30-13374CFFB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368560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ody, 4-icon Centere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E4D8EB46-5564-E841-BDD4-FCBD5FC96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73B5F89-4BA2-F042-A152-3E0592013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5474" y="1221398"/>
            <a:ext cx="7501054" cy="66521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 sz="3200" b="1" i="0" cap="none" spc="0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DE277827-6C5D-9545-9F41-004561280F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45472" y="1951695"/>
            <a:ext cx="7501054" cy="5637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b="1" kern="1200" dirty="0" smtClean="0">
                <a:solidFill>
                  <a:schemeClr val="accent3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 a </a:t>
            </a:r>
            <a:r>
              <a:rPr lang="en-US" err="1"/>
              <a:t>pellentesque</a:t>
            </a:r>
            <a:r>
              <a:rPr lang="en-US"/>
              <a:t>.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A97136F-E517-252C-1F51-93CF076326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29836" y="3429000"/>
            <a:ext cx="740878" cy="81616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ID"/>
              <a:t>Image Placeholder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E9682-5F14-FABC-A5AA-EEE0961120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1749" y="3429000"/>
            <a:ext cx="740878" cy="81616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ID"/>
              <a:t>Image Placeholder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2BEB38A-49CE-1FF3-C0AE-E4C2CC0B80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3661" y="3429000"/>
            <a:ext cx="740878" cy="81616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ID"/>
              <a:t>Image Placeholder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7D49BF0-426E-5DF5-2FE9-700E824B5D3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635574" y="3429000"/>
            <a:ext cx="740878" cy="81616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ID"/>
              <a:t>Image Placeholder</a:t>
            </a:r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E4E2695D-CECF-2F7A-8071-1679970881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7772" y="4501199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5CF13058-4D75-1D60-7A8E-7301388379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9685" y="4501199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F1E1E8CA-213A-EE50-8CF5-78C2DFF7FE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598" y="4501199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7E81B5C-DF1D-4351-FBD8-26B446F4F5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93511" y="4501199"/>
            <a:ext cx="2425005" cy="7518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D2085-8436-D0A3-0A8D-45E05FAFA61C}"/>
              </a:ext>
            </a:extLst>
          </p:cNvPr>
          <p:cNvSpPr/>
          <p:nvPr userDrawn="1"/>
        </p:nvSpPr>
        <p:spPr>
          <a:xfrm rot="5400000">
            <a:off x="2146995" y="1038134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18A628-B84C-C8D9-2BC1-4A219CD41543}"/>
              </a:ext>
            </a:extLst>
          </p:cNvPr>
          <p:cNvSpPr/>
          <p:nvPr userDrawn="1"/>
        </p:nvSpPr>
        <p:spPr>
          <a:xfrm rot="10800000">
            <a:off x="8975824" y="1052055"/>
            <a:ext cx="1087394" cy="1087394"/>
          </a:xfrm>
          <a:prstGeom prst="rect">
            <a:avLst/>
          </a:prstGeom>
          <a:noFill/>
          <a:ln w="19050" cap="rnd">
            <a:gradFill>
              <a:gsLst>
                <a:gs pos="60000">
                  <a:schemeClr val="accent4">
                    <a:alpha val="0"/>
                  </a:schemeClr>
                </a:gs>
                <a:gs pos="89000">
                  <a:schemeClr val="accent4"/>
                </a:gs>
              </a:gsLst>
              <a:lin ang="81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7D3B-1774-4E84-66AA-D010A5521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964389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84126B1A-F159-3643-6E91-61A1F085E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" y="0"/>
            <a:ext cx="12191999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B7F0334-1D57-4848-5238-F9029ECD44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6255" y="592273"/>
            <a:ext cx="5663779" cy="6265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4281DF-ADB6-1B4E-8613-5A1907C45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6996" y="2440598"/>
            <a:ext cx="7898008" cy="66521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 sz="3200" b="1" i="0" cap="none" spc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DA916679-793D-2B4D-A7D6-CEF5AD8682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46995" y="3170895"/>
            <a:ext cx="7898008" cy="10210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b="1" kern="1200" dirty="0" smtClean="0">
                <a:solidFill>
                  <a:schemeClr val="accent3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 a </a:t>
            </a:r>
            <a:r>
              <a:rPr lang="en-US" dirty="0" err="1"/>
              <a:t>pellentesque</a:t>
            </a:r>
            <a:r>
              <a:rPr lang="en-US" dirty="0"/>
              <a:t>. Morbi </a:t>
            </a:r>
            <a:r>
              <a:rPr lang="en-US" dirty="0" err="1"/>
              <a:t>orci</a:t>
            </a:r>
            <a:r>
              <a:rPr lang="en-US" dirty="0"/>
              <a:t> dui, fermentum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53DB91-24B9-B8FF-72A5-72C24DC9C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74C59600-3A46-48AE-8243-2044401BC6AC}"/>
              </a:ext>
            </a:extLst>
          </p:cNvPr>
          <p:cNvSpPr/>
          <p:nvPr userDrawn="1"/>
        </p:nvSpPr>
        <p:spPr>
          <a:xfrm rot="5400000">
            <a:off x="5857749" y="1902335"/>
            <a:ext cx="457200" cy="283338"/>
          </a:xfrm>
          <a:prstGeom prst="rtTriangle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18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9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4CEEFB9-34C9-7255-CF0D-2995DFC5C2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7059" y="6320471"/>
            <a:ext cx="384161" cy="317713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D481FE3-7CF9-ACA8-C83D-38514072F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4AF69-18AA-961E-4350-FE4A0A547D6B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1D3A85E9-7C46-A9E1-1DEA-E2DBC0641F8C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14C15-00A7-9108-32BB-AB7674DEFCB0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C9480-2715-B046-8893-D5474E064A6F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104F4C-C1B3-910F-97AB-3769306E3648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064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, Subtitle, 2-col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B9401B-B81A-5E0C-92C9-977C56025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6635" y="1221398"/>
            <a:ext cx="6018726" cy="66521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 sz="3200" b="1" i="0" cap="none" spc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FF648C2-0370-CCA2-4218-1B8A6C3F3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6633" y="1951695"/>
            <a:ext cx="6018728" cy="102106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b="1" kern="1200" dirty="0" smtClean="0">
                <a:solidFill>
                  <a:schemeClr val="accent3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 a </a:t>
            </a:r>
            <a:r>
              <a:rPr lang="en-US" err="1"/>
              <a:t>pellentesque</a:t>
            </a:r>
            <a:r>
              <a:rPr lang="en-US"/>
              <a:t>. Morbi </a:t>
            </a:r>
            <a:r>
              <a:rPr lang="en-US" err="1"/>
              <a:t>orci</a:t>
            </a:r>
            <a:r>
              <a:rPr lang="en-US"/>
              <a:t> dui.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2CAAB7-4AB4-DF84-5F14-BCB047AE9B02}"/>
              </a:ext>
            </a:extLst>
          </p:cNvPr>
          <p:cNvGrpSpPr/>
          <p:nvPr userDrawn="1"/>
        </p:nvGrpSpPr>
        <p:grpSpPr>
          <a:xfrm>
            <a:off x="2542938" y="799218"/>
            <a:ext cx="7106122" cy="1087394"/>
            <a:chOff x="2501385" y="1270990"/>
            <a:chExt cx="7106122" cy="10873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268BD1-E697-A66F-87BE-7D0A7277A820}"/>
                </a:ext>
              </a:extLst>
            </p:cNvPr>
            <p:cNvSpPr/>
            <p:nvPr userDrawn="1"/>
          </p:nvSpPr>
          <p:spPr>
            <a:xfrm rot="5400000">
              <a:off x="2501385" y="1270990"/>
              <a:ext cx="1087394" cy="1087394"/>
            </a:xfrm>
            <a:prstGeom prst="rect">
              <a:avLst/>
            </a:prstGeom>
            <a:noFill/>
            <a:ln w="19050" cap="rnd">
              <a:gradFill>
                <a:gsLst>
                  <a:gs pos="60000">
                    <a:schemeClr val="accent4">
                      <a:alpha val="0"/>
                    </a:schemeClr>
                  </a:gs>
                  <a:gs pos="89000">
                    <a:schemeClr val="accent4"/>
                  </a:gs>
                </a:gsLst>
                <a:lin ang="8100000" scaled="0"/>
              </a:gradFill>
              <a:round/>
            </a:ln>
            <a:scene3d>
              <a:camera prst="orthographicFron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2031A9-18FE-2081-6463-D979C1906440}"/>
                </a:ext>
              </a:extLst>
            </p:cNvPr>
            <p:cNvSpPr/>
            <p:nvPr userDrawn="1"/>
          </p:nvSpPr>
          <p:spPr>
            <a:xfrm rot="10800000">
              <a:off x="8520113" y="1270990"/>
              <a:ext cx="1087394" cy="1087394"/>
            </a:xfrm>
            <a:prstGeom prst="rect">
              <a:avLst/>
            </a:prstGeom>
            <a:noFill/>
            <a:ln w="19050" cap="rnd">
              <a:gradFill>
                <a:gsLst>
                  <a:gs pos="60000">
                    <a:schemeClr val="accent4">
                      <a:alpha val="0"/>
                    </a:schemeClr>
                  </a:gs>
                  <a:gs pos="89000">
                    <a:schemeClr val="accent4"/>
                  </a:gs>
                </a:gsLst>
                <a:lin ang="8100000" scaled="0"/>
              </a:gradFill>
              <a:round/>
            </a:ln>
            <a:scene3d>
              <a:camera prst="orthographicFron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9BB25358-8BAB-A2F2-6EB0-1F210B9703A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81013" y="3316406"/>
            <a:ext cx="5332933" cy="2606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0DE45AF-E441-0265-11A0-3E6B9B6F253F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378054" y="3316406"/>
            <a:ext cx="5332933" cy="2606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56B3E8-DA1F-80E0-2D17-EB33800EF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270BE7-0BE6-DC23-0054-47D6DDE6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63288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, Subtitle with BG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807E3C2A-AC4C-E8AB-C9B7-40D3B87281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1998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CC6862D-A315-FB44-ACC3-AEF03FCC1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6996" y="1221398"/>
            <a:ext cx="7898008" cy="66521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 sz="3200" b="1" i="0" cap="none" spc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12408F3E-613C-D64B-8797-D93C952174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46995" y="1951695"/>
            <a:ext cx="7898008" cy="10210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b="1" kern="1200" dirty="0" smtClean="0">
                <a:solidFill>
                  <a:schemeClr val="accent3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buNone/>
              <a:defRPr lang="en-US" sz="1600" kern="1200" dirty="0" smtClean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buNone/>
              <a:defRPr 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 a </a:t>
            </a:r>
            <a:r>
              <a:rPr lang="en-US" err="1"/>
              <a:t>pellentesque</a:t>
            </a:r>
            <a:r>
              <a:rPr lang="en-US"/>
              <a:t>. Morbi </a:t>
            </a:r>
            <a:r>
              <a:rPr lang="en-US" err="1"/>
              <a:t>orci</a:t>
            </a:r>
            <a:r>
              <a:rPr lang="en-US"/>
              <a:t> dui, fermentum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AEDF508C-8823-DA02-39C1-6A363E7C652E}"/>
              </a:ext>
            </a:extLst>
          </p:cNvPr>
          <p:cNvSpPr/>
          <p:nvPr userDrawn="1"/>
        </p:nvSpPr>
        <p:spPr>
          <a:xfrm rot="5400000">
            <a:off x="5857749" y="842236"/>
            <a:ext cx="457200" cy="283338"/>
          </a:xfrm>
          <a:prstGeom prst="rtTriangle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18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9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7A85FD-BCFE-926D-0651-5670507E0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B573649-F9E4-243F-F3D6-E9A9956B9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7059" y="6320471"/>
            <a:ext cx="384161" cy="317713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09A421-7D63-5DDE-5375-611EBACCF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31A1F-828A-390E-F7C0-67AB72A75401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5AF00619-D339-C60D-BBC6-95C710317242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72F84-E874-3701-715D-DC20585EB64A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A7578-8EC0-B114-2308-85C508B42269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37F96D-1BDB-127B-14A4-ADAE6CE381F4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374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Body i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D4E40C9-FA12-2DB4-FF4B-5C43A6DC0F1A}"/>
              </a:ext>
            </a:extLst>
          </p:cNvPr>
          <p:cNvSpPr/>
          <p:nvPr userDrawn="1"/>
        </p:nvSpPr>
        <p:spPr>
          <a:xfrm>
            <a:off x="503240" y="810228"/>
            <a:ext cx="11185520" cy="5387372"/>
          </a:xfrm>
          <a:prstGeom prst="roundRect">
            <a:avLst>
              <a:gd name="adj" fmla="val 2151"/>
            </a:avLst>
          </a:prstGeom>
          <a:noFill/>
          <a:ln w="19050" cap="rnd">
            <a:gradFill>
              <a:gsLst>
                <a:gs pos="11000">
                  <a:schemeClr val="accent4">
                    <a:alpha val="0"/>
                  </a:schemeClr>
                </a:gs>
                <a:gs pos="33000">
                  <a:schemeClr val="accent4"/>
                </a:gs>
                <a:gs pos="100000">
                  <a:schemeClr val="accent3"/>
                </a:gs>
              </a:gsLst>
              <a:lin ang="42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889E1-9534-E143-B6E3-1EE70B1A9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2"/>
            <a:ext cx="4108432" cy="563231"/>
          </a:xfrm>
          <a:solidFill>
            <a:schemeClr val="tx1"/>
          </a:solidFill>
        </p:spPr>
        <p:txBody>
          <a:bodyPr wrap="none">
            <a:spAutoFit/>
          </a:bodyPr>
          <a:lstStyle>
            <a:lvl1pPr>
              <a:defRPr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35DD0B7C-4710-89CA-C867-1E7680CB25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5385" y="1867063"/>
            <a:ext cx="10511698" cy="393764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7855DB4-D90F-5472-4D3D-ABA107E5E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0795" y="1220786"/>
            <a:ext cx="10695408" cy="420007"/>
          </a:xfrm>
        </p:spPr>
        <p:txBody>
          <a:bodyPr anchor="t"/>
          <a:lstStyle>
            <a:lvl1pPr marL="0" indent="0">
              <a:spcBef>
                <a:spcPts val="0"/>
              </a:spcBef>
              <a:buFontTx/>
              <a:buNone/>
              <a:defRPr sz="2000" b="1" baseline="0">
                <a:solidFill>
                  <a:schemeClr val="accent3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insert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39FFAF-2BE4-6B85-4C47-84926E94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0F32FA-E8C1-0170-EEBA-F0D43C339E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7059" y="6320471"/>
            <a:ext cx="384161" cy="31771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CC10AA7-186E-DF50-92F2-396A6341F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FABB2C-5155-F726-D920-52935644397B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1D0902AE-D581-0475-BAB0-AD22F8016EFC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497D0-558B-2443-9D54-747CC2C73FB4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509E3-8F7B-5303-9322-4E69511D06A6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</p:spTree>
    <p:extLst>
      <p:ext uri="{BB962C8B-B14F-4D97-AF65-F5344CB8AC3E}">
        <p14:creationId xmlns:p14="http://schemas.microsoft.com/office/powerpoint/2010/main" val="677896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Body i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20FD70-28BD-0AF7-C3AD-546F0464F7F3}"/>
              </a:ext>
            </a:extLst>
          </p:cNvPr>
          <p:cNvSpPr/>
          <p:nvPr userDrawn="1"/>
        </p:nvSpPr>
        <p:spPr>
          <a:xfrm>
            <a:off x="503240" y="810228"/>
            <a:ext cx="11185520" cy="5387372"/>
          </a:xfrm>
          <a:prstGeom prst="roundRect">
            <a:avLst>
              <a:gd name="adj" fmla="val 2151"/>
            </a:avLst>
          </a:prstGeom>
          <a:noFill/>
          <a:ln w="19050" cap="rnd">
            <a:gradFill>
              <a:gsLst>
                <a:gs pos="11000">
                  <a:schemeClr val="accent4">
                    <a:alpha val="0"/>
                  </a:schemeClr>
                </a:gs>
                <a:gs pos="33000">
                  <a:schemeClr val="accent4"/>
                </a:gs>
                <a:gs pos="100000">
                  <a:schemeClr val="accent3"/>
                </a:gs>
              </a:gsLst>
              <a:lin ang="4200000" scaled="0"/>
            </a:gradFill>
            <a:round/>
          </a:ln>
          <a:scene3d>
            <a:camera prst="orthographicFron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35DD0B7C-4710-89CA-C867-1E7680CB25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5385" y="1427355"/>
            <a:ext cx="10511698" cy="437735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889E1-9534-E143-B6E3-1EE70B1A9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11" y="546651"/>
            <a:ext cx="5392438" cy="563231"/>
          </a:xfrm>
          <a:solidFill>
            <a:schemeClr val="tx1"/>
          </a:solidFill>
        </p:spPr>
        <p:txBody>
          <a:bodyPr vert="horz" wrap="none" lIns="0" tIns="45720" rIns="91440" bIns="45720" rtlCol="0" anchor="t">
            <a:spAutoFit/>
          </a:bodyPr>
          <a:lstStyle>
            <a:lvl1pPr>
              <a:defRPr lang="en-US" dirty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49682-BB33-105A-D19B-CFBACD8F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BA3A40D-9EF5-6E73-E389-7D7BC43B3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7059" y="6320471"/>
            <a:ext cx="384161" cy="31771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6BDB43-EDEC-6580-43E1-05FF8F3E0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F6BEF-1438-86A7-399F-B697888F6DF6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DDD1AFEF-F3E7-1CF4-885D-2923B3F44BA2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B973A-EBCC-9958-3BEA-57DF5AF3AA08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B8B84-0792-C648-8977-50CE7E27E073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</p:spTree>
    <p:extLst>
      <p:ext uri="{BB962C8B-B14F-4D97-AF65-F5344CB8AC3E}">
        <p14:creationId xmlns:p14="http://schemas.microsoft.com/office/powerpoint/2010/main" val="16603746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ll 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image of a red blue and black background&#10;&#10;Description automatically generated">
            <a:extLst>
              <a:ext uri="{FF2B5EF4-FFF2-40B4-BE49-F238E27FC236}">
                <a16:creationId xmlns:a16="http://schemas.microsoft.com/office/drawing/2014/main" id="{C4E0BADE-8C9B-391F-400B-14B1B5C5E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1998" cy="6858000"/>
          </a:xfrm>
          <a:prstGeom prst="rect">
            <a:avLst/>
          </a:prstGeom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30ADBF98-C4EC-98D4-2877-70274348A7BF}"/>
              </a:ext>
            </a:extLst>
          </p:cNvPr>
          <p:cNvSpPr/>
          <p:nvPr userDrawn="1"/>
        </p:nvSpPr>
        <p:spPr>
          <a:xfrm>
            <a:off x="491966" y="486644"/>
            <a:ext cx="3537774" cy="2660881"/>
          </a:xfrm>
          <a:custGeom>
            <a:avLst/>
            <a:gdLst>
              <a:gd name="connsiteX0" fmla="*/ 1987662 w 4660186"/>
              <a:gd name="connsiteY0" fmla="*/ 1763035 h 3505086"/>
              <a:gd name="connsiteX1" fmla="*/ 2234050 w 4660186"/>
              <a:gd name="connsiteY1" fmla="*/ 2464800 h 3505086"/>
              <a:gd name="connsiteX2" fmla="*/ 2102507 w 4660186"/>
              <a:gd name="connsiteY2" fmla="*/ 3022598 h 3505086"/>
              <a:gd name="connsiteX3" fmla="*/ 1732926 w 4660186"/>
              <a:gd name="connsiteY3" fmla="*/ 3381901 h 3505086"/>
              <a:gd name="connsiteX4" fmla="*/ 1177637 w 4660186"/>
              <a:gd name="connsiteY4" fmla="*/ 3505087 h 3505086"/>
              <a:gd name="connsiteX5" fmla="*/ 0 w 4660186"/>
              <a:gd name="connsiteY5" fmla="*/ 2151539 h 3505086"/>
              <a:gd name="connsiteX6" fmla="*/ 219237 w 4660186"/>
              <a:gd name="connsiteY6" fmla="*/ 1023514 h 3505086"/>
              <a:gd name="connsiteX7" fmla="*/ 810160 w 4660186"/>
              <a:gd name="connsiteY7" fmla="*/ 0 h 3505086"/>
              <a:gd name="connsiteX8" fmla="*/ 1816548 w 4660186"/>
              <a:gd name="connsiteY8" fmla="*/ 0 h 3505086"/>
              <a:gd name="connsiteX9" fmla="*/ 1476085 w 4660186"/>
              <a:gd name="connsiteY9" fmla="*/ 770759 h 3505086"/>
              <a:gd name="connsiteX10" fmla="*/ 1315424 w 4660186"/>
              <a:gd name="connsiteY10" fmla="*/ 1433001 h 3505086"/>
              <a:gd name="connsiteX11" fmla="*/ 1987730 w 4660186"/>
              <a:gd name="connsiteY11" fmla="*/ 1763103 h 3505086"/>
              <a:gd name="connsiteX12" fmla="*/ 4413799 w 4660186"/>
              <a:gd name="connsiteY12" fmla="*/ 1763035 h 3505086"/>
              <a:gd name="connsiteX13" fmla="*/ 4660187 w 4660186"/>
              <a:gd name="connsiteY13" fmla="*/ 2464800 h 3505086"/>
              <a:gd name="connsiteX14" fmla="*/ 4528644 w 4660186"/>
              <a:gd name="connsiteY14" fmla="*/ 3022598 h 3505086"/>
              <a:gd name="connsiteX15" fmla="*/ 4159063 w 4660186"/>
              <a:gd name="connsiteY15" fmla="*/ 3381901 h 3505086"/>
              <a:gd name="connsiteX16" fmla="*/ 3603774 w 4660186"/>
              <a:gd name="connsiteY16" fmla="*/ 3505087 h 3505086"/>
              <a:gd name="connsiteX17" fmla="*/ 2426137 w 4660186"/>
              <a:gd name="connsiteY17" fmla="*/ 2151471 h 3505086"/>
              <a:gd name="connsiteX18" fmla="*/ 2645374 w 4660186"/>
              <a:gd name="connsiteY18" fmla="*/ 1023446 h 3505086"/>
              <a:gd name="connsiteX19" fmla="*/ 3236297 w 4660186"/>
              <a:gd name="connsiteY19" fmla="*/ 0 h 3505086"/>
              <a:gd name="connsiteX20" fmla="*/ 4242685 w 4660186"/>
              <a:gd name="connsiteY20" fmla="*/ 0 h 3505086"/>
              <a:gd name="connsiteX21" fmla="*/ 3902222 w 4660186"/>
              <a:gd name="connsiteY21" fmla="*/ 770759 h 3505086"/>
              <a:gd name="connsiteX22" fmla="*/ 3741561 w 4660186"/>
              <a:gd name="connsiteY22" fmla="*/ 1433001 h 3505086"/>
              <a:gd name="connsiteX23" fmla="*/ 4413867 w 4660186"/>
              <a:gd name="connsiteY23" fmla="*/ 1763103 h 350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660186" h="3505086">
                <a:moveTo>
                  <a:pt x="1987662" y="1763035"/>
                </a:moveTo>
                <a:cubicBezTo>
                  <a:pt x="2151853" y="1944079"/>
                  <a:pt x="2234050" y="2178023"/>
                  <a:pt x="2234050" y="2464800"/>
                </a:cubicBezTo>
                <a:cubicBezTo>
                  <a:pt x="2234050" y="2679322"/>
                  <a:pt x="2190134" y="2865255"/>
                  <a:pt x="2102507" y="3022598"/>
                </a:cubicBezTo>
                <a:cubicBezTo>
                  <a:pt x="2014812" y="3179942"/>
                  <a:pt x="1891550" y="3299732"/>
                  <a:pt x="1732926" y="3381901"/>
                </a:cubicBezTo>
                <a:cubicBezTo>
                  <a:pt x="1574301" y="3464070"/>
                  <a:pt x="1389069" y="3505087"/>
                  <a:pt x="1177637" y="3505087"/>
                </a:cubicBezTo>
                <a:cubicBezTo>
                  <a:pt x="392523" y="3505154"/>
                  <a:pt x="0" y="3053972"/>
                  <a:pt x="0" y="2151539"/>
                </a:cubicBezTo>
                <a:cubicBezTo>
                  <a:pt x="0" y="1781099"/>
                  <a:pt x="73102" y="1405091"/>
                  <a:pt x="219237" y="1023514"/>
                </a:cubicBezTo>
                <a:cubicBezTo>
                  <a:pt x="365373" y="641937"/>
                  <a:pt x="562415" y="300834"/>
                  <a:pt x="810160" y="0"/>
                </a:cubicBezTo>
                <a:lnTo>
                  <a:pt x="1816548" y="0"/>
                </a:lnTo>
                <a:cubicBezTo>
                  <a:pt x="1671702" y="286913"/>
                  <a:pt x="1558215" y="543810"/>
                  <a:pt x="1476085" y="770759"/>
                </a:cubicBezTo>
                <a:cubicBezTo>
                  <a:pt x="1394024" y="997845"/>
                  <a:pt x="1340471" y="1218547"/>
                  <a:pt x="1315424" y="1433001"/>
                </a:cubicBezTo>
                <a:cubicBezTo>
                  <a:pt x="1599347" y="1472048"/>
                  <a:pt x="1823404" y="1582060"/>
                  <a:pt x="1987730" y="1763103"/>
                </a:cubicBezTo>
                <a:close/>
                <a:moveTo>
                  <a:pt x="4413799" y="1763035"/>
                </a:moveTo>
                <a:cubicBezTo>
                  <a:pt x="4577989" y="1944079"/>
                  <a:pt x="4660187" y="2178023"/>
                  <a:pt x="4660187" y="2464800"/>
                </a:cubicBezTo>
                <a:cubicBezTo>
                  <a:pt x="4660187" y="2679322"/>
                  <a:pt x="4616271" y="2865255"/>
                  <a:pt x="4528644" y="3022598"/>
                </a:cubicBezTo>
                <a:cubicBezTo>
                  <a:pt x="4440949" y="3179942"/>
                  <a:pt x="4317687" y="3299732"/>
                  <a:pt x="4159063" y="3381901"/>
                </a:cubicBezTo>
                <a:cubicBezTo>
                  <a:pt x="4000438" y="3464070"/>
                  <a:pt x="3815206" y="3505087"/>
                  <a:pt x="3603774" y="3505087"/>
                </a:cubicBezTo>
                <a:cubicBezTo>
                  <a:pt x="2818660" y="3505087"/>
                  <a:pt x="2426137" y="3053904"/>
                  <a:pt x="2426137" y="2151471"/>
                </a:cubicBezTo>
                <a:cubicBezTo>
                  <a:pt x="2426137" y="1781031"/>
                  <a:pt x="2499239" y="1405023"/>
                  <a:pt x="2645374" y="1023446"/>
                </a:cubicBezTo>
                <a:cubicBezTo>
                  <a:pt x="2791510" y="641869"/>
                  <a:pt x="2988552" y="300834"/>
                  <a:pt x="3236297" y="0"/>
                </a:cubicBezTo>
                <a:lnTo>
                  <a:pt x="4242685" y="0"/>
                </a:lnTo>
                <a:cubicBezTo>
                  <a:pt x="4097839" y="286913"/>
                  <a:pt x="3984352" y="543810"/>
                  <a:pt x="3902222" y="770759"/>
                </a:cubicBezTo>
                <a:cubicBezTo>
                  <a:pt x="3820161" y="997845"/>
                  <a:pt x="3766607" y="1218547"/>
                  <a:pt x="3741561" y="1433001"/>
                </a:cubicBezTo>
                <a:cubicBezTo>
                  <a:pt x="4025484" y="1472048"/>
                  <a:pt x="4249541" y="1582060"/>
                  <a:pt x="4413867" y="1763103"/>
                </a:cubicBezTo>
                <a:close/>
              </a:path>
            </a:pathLst>
          </a:custGeom>
          <a:noFill/>
          <a:ln w="38100" cap="flat">
            <a:gradFill>
              <a:gsLst>
                <a:gs pos="0">
                  <a:schemeClr val="accent3"/>
                </a:gs>
                <a:gs pos="4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Content Placeholder 29">
            <a:extLst>
              <a:ext uri="{FF2B5EF4-FFF2-40B4-BE49-F238E27FC236}">
                <a16:creationId xmlns:a16="http://schemas.microsoft.com/office/drawing/2014/main" id="{4741F475-1EC5-534F-9D61-BD4D020082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47799" y="4828576"/>
            <a:ext cx="7250151" cy="604723"/>
          </a:xfrm>
        </p:spPr>
        <p:txBody>
          <a:bodyPr/>
          <a:lstStyle>
            <a:lvl1pPr marL="0" indent="0" algn="r" defTabSz="573603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100"/>
              </a:spcAft>
              <a:buSzPct val="100000"/>
              <a:buNone/>
              <a:defRPr lang="en-US" sz="1600" b="1" i="1" kern="1200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350" indent="0" algn="r">
              <a:lnSpc>
                <a:spcPct val="110000"/>
              </a:lnSpc>
              <a:spcBef>
                <a:spcPts val="0"/>
              </a:spcBef>
              <a:buNone/>
              <a:defRPr lang="en-US" sz="14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2pPr>
          </a:lstStyle>
          <a:p>
            <a:pPr marL="0" lvl="0" indent="0" algn="r" defTabSz="573603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5174F6-7C3C-AC73-A6E3-BB3ED51E4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7800" y="2285771"/>
            <a:ext cx="7250151" cy="2199202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algn="l">
              <a:lnSpc>
                <a:spcPct val="120000"/>
              </a:lnSpc>
              <a:defRPr sz="2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AD8256-C975-CE97-5C10-5156A27B3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17064C0-B6D5-94C6-1151-3572D6495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7059" y="6320471"/>
            <a:ext cx="384161" cy="317713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D88E2F9-6642-A558-7F3C-EBD60C7F3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B5C8-3D09-C998-B5EB-89CBD1E44782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03B39264-DFC9-3F63-DB83-E8A0D03307AB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C1A40-E344-6035-CC45-EA775371C9E1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1292E-44C5-B7FB-6E14-B7FF9E37FF4A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</p:spTree>
    <p:extLst>
      <p:ext uri="{BB962C8B-B14F-4D97-AF65-F5344CB8AC3E}">
        <p14:creationId xmlns:p14="http://schemas.microsoft.com/office/powerpoint/2010/main" val="257842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70000">
              <a:schemeClr val="tx1"/>
            </a:gs>
            <a:gs pos="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0D02138-BC98-3273-7CAF-1CB8A182D4CC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alphaModFix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393424" y="6318504"/>
            <a:ext cx="384161" cy="31771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EF390E-218F-254C-8D72-CDFEA529E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311" y="1401416"/>
            <a:ext cx="11274516" cy="47864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860032D-1958-2148-A768-2EBDA1082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1071" y="6445740"/>
            <a:ext cx="355091" cy="1815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 baseline="0">
                <a:solidFill>
                  <a:srgbClr val="BBBBBB"/>
                </a:solidFill>
                <a:latin typeface="Arial" panose="020B0604020202020204" pitchFamily="34" charset="0"/>
              </a:defRPr>
            </a:lvl1pPr>
          </a:lstStyle>
          <a:p>
            <a:fld id="{BFAB3265-56C0-9746-B073-1F3AD707C3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819C8D08-2419-4F4A-99F8-0592868D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11" y="546652"/>
            <a:ext cx="11274516" cy="76703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Click to edit 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F09A2-8D97-FA62-2CD6-1EA7CAC0475F}"/>
              </a:ext>
            </a:extLst>
          </p:cNvPr>
          <p:cNvSpPr txBox="1"/>
          <p:nvPr userDrawn="1"/>
        </p:nvSpPr>
        <p:spPr>
          <a:xfrm>
            <a:off x="6756400" y="230734"/>
            <a:ext cx="5003427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ID" sz="850" b="1" i="0" spc="2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LEADER IN </a:t>
            </a:r>
            <a:r>
              <a:rPr lang="en-ID" sz="850" b="1" spc="250" baseline="0">
                <a:gradFill>
                  <a:gsLst>
                    <a:gs pos="31000">
                      <a:schemeClr val="tx2">
                        <a:lumMod val="10000"/>
                        <a:lumOff val="90000"/>
                      </a:schemeClr>
                    </a:gs>
                    <a:gs pos="6500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rial Black" panose="020B0604020202020204" pitchFamily="34" charset="0"/>
                <a:cs typeface="Arial Black" panose="020B0604020202020204" pitchFamily="34" charset="0"/>
              </a:rPr>
              <a:t>SECURITY OPERATIONS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51A93C-78BF-4E25-133E-FEB8F627DAB1}"/>
              </a:ext>
            </a:extLst>
          </p:cNvPr>
          <p:cNvCxnSpPr>
            <a:cxnSpLocks/>
          </p:cNvCxnSpPr>
          <p:nvPr userDrawn="1"/>
        </p:nvCxnSpPr>
        <p:spPr>
          <a:xfrm>
            <a:off x="0" y="286216"/>
            <a:ext cx="7601313" cy="0"/>
          </a:xfrm>
          <a:prstGeom prst="line">
            <a:avLst/>
          </a:prstGeom>
          <a:ln w="19050">
            <a:gradFill>
              <a:gsLst>
                <a:gs pos="0">
                  <a:schemeClr val="accent3"/>
                </a:gs>
                <a:gs pos="5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0C11BB-439E-CF16-1962-975A2B3C9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6432" y="6515073"/>
            <a:ext cx="26273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3966B-F8A1-7C21-F24F-6A3B6B0C5F63}"/>
              </a:ext>
            </a:extLst>
          </p:cNvPr>
          <p:cNvSpPr txBox="1"/>
          <p:nvPr userDrawn="1"/>
        </p:nvSpPr>
        <p:spPr>
          <a:xfrm>
            <a:off x="481672" y="6515073"/>
            <a:ext cx="74531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©</a:t>
            </a:r>
          </a:p>
        </p:txBody>
      </p:sp>
      <p:sp>
        <p:nvSpPr>
          <p:cNvPr id="9" name="Text Placeholder 50">
            <a:extLst>
              <a:ext uri="{FF2B5EF4-FFF2-40B4-BE49-F238E27FC236}">
                <a16:creationId xmlns:a16="http://schemas.microsoft.com/office/drawing/2014/main" id="{E725EBAA-A12C-14EC-32F1-929C43176636}"/>
              </a:ext>
            </a:extLst>
          </p:cNvPr>
          <p:cNvSpPr txBox="1">
            <a:spLocks/>
          </p:cNvSpPr>
          <p:nvPr userDrawn="1"/>
        </p:nvSpPr>
        <p:spPr>
          <a:xfrm>
            <a:off x="579220" y="6513277"/>
            <a:ext cx="230832" cy="124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b="0" i="0" kern="1200" baseline="0" dirty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B3BFE903-5119-E747-B2C0-0879F99A57A1}" type="datetimeyyyy">
              <a:rPr lang="en-US" smtClean="0"/>
              <a:pPr defTabSz="457200"/>
              <a:t>2026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E1C4F-C83B-4D39-0E57-5F43E7DFC6DF}"/>
              </a:ext>
            </a:extLst>
          </p:cNvPr>
          <p:cNvSpPr txBox="1"/>
          <p:nvPr userDrawn="1"/>
        </p:nvSpPr>
        <p:spPr>
          <a:xfrm>
            <a:off x="839240" y="6515073"/>
            <a:ext cx="24139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800" b="0" i="0" baseline="0">
                <a:solidFill>
                  <a:srgbClr val="BBBBB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Arctic Wolf Networks,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07622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5" r:id="rId3"/>
    <p:sldLayoutId id="2147484005" r:id="rId4"/>
    <p:sldLayoutId id="2147484006" r:id="rId5"/>
    <p:sldLayoutId id="2147483947" r:id="rId6"/>
    <p:sldLayoutId id="2147483948" r:id="rId7"/>
    <p:sldLayoutId id="2147483950" r:id="rId8"/>
    <p:sldLayoutId id="2147484007" r:id="rId9"/>
    <p:sldLayoutId id="2147483951" r:id="rId10"/>
    <p:sldLayoutId id="2147483998" r:id="rId11"/>
    <p:sldLayoutId id="2147483952" r:id="rId12"/>
    <p:sldLayoutId id="2147483958" r:id="rId13"/>
    <p:sldLayoutId id="2147484008" r:id="rId14"/>
    <p:sldLayoutId id="2147484009" r:id="rId15"/>
    <p:sldLayoutId id="2147483999" r:id="rId16"/>
    <p:sldLayoutId id="2147484011" r:id="rId17"/>
    <p:sldLayoutId id="2147484024" r:id="rId18"/>
    <p:sldLayoutId id="2147484013" r:id="rId19"/>
    <p:sldLayoutId id="2147484012" r:id="rId20"/>
    <p:sldLayoutId id="2147484015" r:id="rId21"/>
    <p:sldLayoutId id="2147484014" r:id="rId22"/>
    <p:sldLayoutId id="2147484010" r:id="rId23"/>
    <p:sldLayoutId id="2147483959" r:id="rId24"/>
    <p:sldLayoutId id="2147483962" r:id="rId25"/>
    <p:sldLayoutId id="2147483957" r:id="rId26"/>
    <p:sldLayoutId id="2147484004" r:id="rId27"/>
    <p:sldLayoutId id="2147483960" r:id="rId28"/>
    <p:sldLayoutId id="2147483961" r:id="rId29"/>
    <p:sldLayoutId id="2147484000" r:id="rId30"/>
    <p:sldLayoutId id="2147483963" r:id="rId31"/>
    <p:sldLayoutId id="2147483964" r:id="rId32"/>
    <p:sldLayoutId id="2147484001" r:id="rId33"/>
    <p:sldLayoutId id="2147483965" r:id="rId34"/>
    <p:sldLayoutId id="2147484002" r:id="rId35"/>
    <p:sldLayoutId id="2147484003" r:id="rId36"/>
    <p:sldLayoutId id="2147483968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baseline="0">
          <a:solidFill>
            <a:schemeClr val="bg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b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AA59DF-FC79-BC35-3645-D898D195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80" y="3396078"/>
            <a:ext cx="7747101" cy="843414"/>
          </a:xfrm>
        </p:spPr>
        <p:txBody>
          <a:bodyPr/>
          <a:lstStyle/>
          <a:p>
            <a:r>
              <a:rPr lang="en-US" dirty="0"/>
              <a:t>Arctic Wolf </a:t>
            </a:r>
            <a:br>
              <a:rPr lang="en-US" dirty="0"/>
            </a:br>
            <a:r>
              <a:rPr lang="en-US" dirty="0"/>
              <a:t>Corporate Template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F937D-2783-F740-A3E3-7A2567B1C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8980" y="4950504"/>
            <a:ext cx="7747101" cy="767838"/>
          </a:xfrm>
        </p:spPr>
        <p:txBody>
          <a:bodyPr/>
          <a:lstStyle/>
          <a:p>
            <a:r>
              <a:rPr lang="en-US" dirty="0"/>
              <a:t>Slide Titles Should be in Title Case. </a:t>
            </a:r>
            <a:br>
              <a:rPr lang="en-US" dirty="0"/>
            </a:br>
            <a:r>
              <a:rPr lang="en-US" dirty="0"/>
              <a:t>Subtitles should be in sentence case.</a:t>
            </a:r>
          </a:p>
        </p:txBody>
      </p:sp>
    </p:spTree>
    <p:extLst>
      <p:ext uri="{BB962C8B-B14F-4D97-AF65-F5344CB8AC3E}">
        <p14:creationId xmlns:p14="http://schemas.microsoft.com/office/powerpoint/2010/main" val="29095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D014-D5F8-6200-B9FF-488E4C23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28046-61EF-D09D-5E1D-740EA4B4A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AB3265-56C0-9746-B073-1F3AD707C3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14F71-DE8E-6B00-2866-8E8F53075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94630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EAD5D-FC6A-7259-FDF5-ABB49A5C0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AB3265-56C0-9746-B073-1F3AD707C3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C196F1-8635-8F7F-C629-BB9758C6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C80FF-FB69-F013-2151-52990DD10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1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0930FA-3CF2-15B6-BFDE-F8C19EC39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AB3265-56C0-9746-B073-1F3AD707C39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11FF68-3060-264F-AFF7-EE143C50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92C5D-5B48-C204-FA63-2C7C7FD8A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93590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DD68-968D-B076-A798-3EBA8584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6552C-90A1-C11B-B3E7-D6235897C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FFF19-157C-DAE2-F390-5CD97DD060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B7050-DA8C-55E1-41BD-7B607437D3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38EE6-590D-1DD5-074A-EFAADD4F1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AB3265-56C0-9746-B073-1F3AD707C39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38E92E-5034-C04A-884D-F5FA58FA4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7245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9615E-9065-B40D-E18A-313064D3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AB3265-56C0-9746-B073-1F3AD707C39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5D5C06-B796-3D6B-2A73-EA46ABAF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8AB8D-9DB5-AAD7-63A1-3E636B1CC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56320486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Slides">
  <a:themeElements>
    <a:clrScheme name="Aurora">
      <a:dk1>
        <a:srgbClr val="000000"/>
      </a:dk1>
      <a:lt1>
        <a:srgbClr val="FFFFFF"/>
      </a:lt1>
      <a:dk2>
        <a:srgbClr val="00244C"/>
      </a:dk2>
      <a:lt2>
        <a:srgbClr val="F0F0F0"/>
      </a:lt2>
      <a:accent1>
        <a:srgbClr val="0058B2"/>
      </a:accent1>
      <a:accent2>
        <a:srgbClr val="FF730E"/>
      </a:accent2>
      <a:accent3>
        <a:srgbClr val="0099FF"/>
      </a:accent3>
      <a:accent4>
        <a:srgbClr val="0066FF"/>
      </a:accent4>
      <a:accent5>
        <a:srgbClr val="F73300"/>
      </a:accent5>
      <a:accent6>
        <a:srgbClr val="83D6FF"/>
      </a:accent6>
      <a:hlink>
        <a:srgbClr val="0099FF"/>
      </a:hlink>
      <a:folHlink>
        <a:srgbClr val="0099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60000">
              <a:schemeClr val="tx1"/>
            </a:gs>
            <a:gs pos="0">
              <a:schemeClr val="accent4">
                <a:alpha val="67076"/>
              </a:schemeClr>
            </a:gs>
            <a:gs pos="16000">
              <a:schemeClr val="accent6">
                <a:alpha val="47000"/>
              </a:schemeClr>
            </a:gs>
          </a:gsLst>
          <a:path path="circle">
            <a:fillToRect l="100000" t="100000"/>
          </a:path>
          <a:tileRect r="-100000" b="-10000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5" id="{2737083D-9023-8140-8B16-59BEF8624530}" vid="{9FE1DA9F-30F9-0D49-A599-D30B54825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FECD5CFC927E49B19BA6D6BCBDBF95" ma:contentTypeVersion="12" ma:contentTypeDescription="Create a new document." ma:contentTypeScope="" ma:versionID="dddafe7274a5deb4a5742001d01933ad">
  <xsd:schema xmlns:xsd="http://www.w3.org/2001/XMLSchema" xmlns:xs="http://www.w3.org/2001/XMLSchema" xmlns:p="http://schemas.microsoft.com/office/2006/metadata/properties" xmlns:ns2="66a2869b-95e5-44cc-9ef9-116af1cea1f8" xmlns:ns3="f39baaaf-a08b-437d-8d22-c24e27740013" targetNamespace="http://schemas.microsoft.com/office/2006/metadata/properties" ma:root="true" ma:fieldsID="4c79fc19f8b2430e48f1a1ed19f6e35c" ns2:_="" ns3:_="">
    <xsd:import namespace="66a2869b-95e5-44cc-9ef9-116af1cea1f8"/>
    <xsd:import namespace="f39baaaf-a08b-437d-8d22-c24e277400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a2869b-95e5-44cc-9ef9-116af1cea1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5d45b6-826d-4dd4-80e7-726c01501b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9baaaf-a08b-437d-8d22-c24e2774001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ce6be8-ca47-4292-8ed0-567ef1f0107f}" ma:internalName="TaxCatchAll" ma:showField="CatchAllData" ma:web="f39baaaf-a08b-437d-8d22-c24e277400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39baaaf-a08b-437d-8d22-c24e27740013" xsi:nil="true"/>
    <lcf76f155ced4ddcb4097134ff3c332f xmlns="66a2869b-95e5-44cc-9ef9-116af1cea1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3598D0F-1F17-483B-979D-73755DA95B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a2869b-95e5-44cc-9ef9-116af1cea1f8"/>
    <ds:schemaRef ds:uri="f39baaaf-a08b-437d-8d22-c24e277400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C7EF41-52D7-4CBA-AB2B-12623431F3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D98A58-9B61-42E3-B27C-5E2D60CC565A}">
  <ds:schemaRefs>
    <ds:schemaRef ds:uri="http://schemas.microsoft.com/office/infopath/2007/PartnerControls"/>
    <ds:schemaRef ds:uri="66a2869b-95e5-44cc-9ef9-116af1cea1f8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f39baaaf-a08b-437d-8d22-c24e27740013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Slides</Template>
  <TotalTime>27</TotalTime>
  <Words>31</Words>
  <Application>Microsoft Macintosh PowerPoint</Application>
  <PresentationFormat>Widescreen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Tahoma</vt:lpstr>
      <vt:lpstr>Dark Slides</vt:lpstr>
      <vt:lpstr>Arctic Wolf  Corporate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 Jellesma</dc:creator>
  <cp:keywords/>
  <dc:description/>
  <cp:lastModifiedBy>Dan Jellesma</cp:lastModifiedBy>
  <cp:revision>3</cp:revision>
  <dcterms:created xsi:type="dcterms:W3CDTF">2026-02-05T15:45:32Z</dcterms:created>
  <dcterms:modified xsi:type="dcterms:W3CDTF">2026-02-10T19:51:32Z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0x0101004AFECD5CFC927E49B19BA6D6BCBDBF95</vt:lpwstr>
  </property>
  <property fmtid="{D5CDD505-2E9C-101B-9397-08002B2CF9AE}" pid="3" name="MediaServiceImageTags">
    <vt:lpwstr/>
  </property>
  <property fmtid="{D5CDD505-2E9C-101B-9397-08002B2CF9AE}" pid="4" name="MSIP_Label_2a14f486-ac3a-41f1-bfd9-d761436caaae_Enabled">
    <vt:lpwstr>true</vt:lpwstr>
  </property>
  <property fmtid="{D5CDD505-2E9C-101B-9397-08002B2CF9AE}" pid="5" name="MSIP_Label_2a14f486-ac3a-41f1-bfd9-d761436caaae_SetDate">
    <vt:lpwstr>2024-12-13T17:05:11Z</vt:lpwstr>
  </property>
  <property fmtid="{D5CDD505-2E9C-101B-9397-08002B2CF9AE}" pid="6" name="MSIP_Label_2a14f486-ac3a-41f1-bfd9-d761436caaae_Method">
    <vt:lpwstr>Privileged</vt:lpwstr>
  </property>
  <property fmtid="{D5CDD505-2E9C-101B-9397-08002B2CF9AE}" pid="7" name="MSIP_Label_2a14f486-ac3a-41f1-bfd9-d761436caaae_Name">
    <vt:lpwstr>Confidential</vt:lpwstr>
  </property>
  <property fmtid="{D5CDD505-2E9C-101B-9397-08002B2CF9AE}" pid="8" name="MSIP_Label_2a14f486-ac3a-41f1-bfd9-d761436caaae_SiteId">
    <vt:lpwstr>066bffcc-c53d-4584-a5b7-9b9b750f7b29</vt:lpwstr>
  </property>
  <property fmtid="{D5CDD505-2E9C-101B-9397-08002B2CF9AE}" pid="9" name="MSIP_Label_2a14f486-ac3a-41f1-bfd9-d761436caaae_ActionId">
    <vt:lpwstr>bdde8adb-b0c6-416c-90bc-65d5e0f8b7fe</vt:lpwstr>
  </property>
  <property fmtid="{D5CDD505-2E9C-101B-9397-08002B2CF9AE}" pid="10" name="MSIP_Label_2a14f486-ac3a-41f1-bfd9-d761436caaae_ContentBits">
    <vt:lpwstr>2</vt:lpwstr>
  </property>
  <property fmtid="{D5CDD505-2E9C-101B-9397-08002B2CF9AE}" pid="11" name="ClassificationContentMarkingFooterLocations">
    <vt:lpwstr>1_Dark Slides:15\Light Slides:10</vt:lpwstr>
  </property>
  <property fmtid="{D5CDD505-2E9C-101B-9397-08002B2CF9AE}" pid="12" name="ClassificationContentMarkingFooterText">
    <vt:lpwstr>©2024 Arctic Wolf Networks, Inc. All rights reserved.  |  Classification: Confidential</vt:lpwstr>
  </property>
</Properties>
</file>